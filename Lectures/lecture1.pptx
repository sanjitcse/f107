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media/image2.svg" ContentType="image/svg"/>
  <Override PartName="/ppt/media/image23.png" ContentType="image/png"/>
  <Override PartName="/ppt/media/image4.png" ContentType="image/png"/>
  <Override PartName="/ppt/media/image8.jpeg" ContentType="image/jpeg"/>
  <Override PartName="/ppt/media/image25.png" ContentType="image/png"/>
  <Override PartName="/ppt/media/image17.png" ContentType="image/png"/>
  <Override PartName="/ppt/media/image3.jpeg" ContentType="image/jpeg"/>
  <Override PartName="/ppt/media/image16.png" ContentType="image/png"/>
  <Override PartName="/ppt/media/image7.svg" ContentType="image/svg"/>
  <Override PartName="/ppt/media/image1.png" ContentType="image/png"/>
  <Override PartName="/ppt/media/image6.png" ContentType="image/png"/>
  <Override PartName="/ppt/media/image14.png" ContentType="image/png"/>
  <Override PartName="/ppt/media/image10.jpeg" ContentType="image/jpeg"/>
  <Override PartName="/ppt/media/image12.jpeg" ContentType="image/jpeg"/>
  <Override PartName="/ppt/media/image19.png" ContentType="image/png"/>
  <Override PartName="/ppt/media/image11.jpeg" ContentType="image/jpeg"/>
  <Override PartName="/ppt/media/image24.png" ContentType="image/png"/>
  <Override PartName="/ppt/media/image18.png" ContentType="image/png"/>
  <Override PartName="/ppt/media/image20.png" ContentType="image/png"/>
  <Override PartName="/ppt/media/image15.png" ContentType="image/png"/>
  <Override PartName="/ppt/media/image21.png" ContentType="image/png"/>
  <Override PartName="/ppt/media/image5.svg" ContentType="image/svg"/>
  <Override PartName="/ppt/media/image26.png" ContentType="image/png"/>
  <Override PartName="/ppt/media/image22.png" ContentType="image/png"/>
  <Override PartName="/ppt/media/image13.jpeg" ContentType="image/jpeg"/>
  <Override PartName="/ppt/media/image9.jpeg" ContentType="image/jpeg"/>
  <Override PartName="/ppt/media/image27.png" ContentType="image/png"/>
  <Override PartName="/ppt/slides/_rels/slide35.xml.rels" ContentType="application/vnd.openxmlformats-package.relationships+xml"/>
  <Override PartName="/ppt/slides/_rels/slide29.xml.rels" ContentType="application/vnd.openxmlformats-package.relationships+xml"/>
  <Override PartName="/ppt/slides/_rels/slide28.xml.rels" ContentType="application/vnd.openxmlformats-package.relationships+xml"/>
  <Override PartName="/ppt/slides/_rels/slide27.xml.rels" ContentType="application/vnd.openxmlformats-package.relationships+xml"/>
  <Override PartName="/ppt/slides/_rels/slide32.xml.rels" ContentType="application/vnd.openxmlformats-package.relationships+xml"/>
  <Override PartName="/ppt/slides/_rels/slide7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34.xml.rels" ContentType="application/vnd.openxmlformats-package.relationships+xml"/>
  <Override PartName="/ppt/slides/_rels/slide31.xml.rels" ContentType="application/vnd.openxmlformats-package.relationships+xml"/>
  <Override PartName="/ppt/slides/_rels/slide6.xml.rels" ContentType="application/vnd.openxmlformats-package.relationships+xml"/>
  <Override PartName="/ppt/slides/_rels/slide25.xml.rels" ContentType="application/vnd.openxmlformats-package.relationships+xml"/>
  <Override PartName="/ppt/slides/_rels/slide33.xml.rels" ContentType="application/vnd.openxmlformats-package.relationships+xml"/>
  <Override PartName="/ppt/slides/_rels/slide8.xml.rels" ContentType="application/vnd.openxmlformats-package.relationships+xml"/>
  <Override PartName="/ppt/slides/_rels/slide5.xml.rels" ContentType="application/vnd.openxmlformats-package.relationships+xml"/>
  <Override PartName="/ppt/slides/_rels/slide30.xml.rels" ContentType="application/vnd.openxmlformats-package.relationships+xml"/>
  <Override PartName="/ppt/slides/_rels/slide15.xml.rels" ContentType="application/vnd.openxmlformats-package.relationships+xml"/>
  <Override PartName="/ppt/slides/_rels/slide24.xml.rels" ContentType="application/vnd.openxmlformats-package.relationships+xml"/>
  <Override PartName="/ppt/slides/_rels/slide23.xml.rels" ContentType="application/vnd.openxmlformats-package.relationships+xml"/>
  <Override PartName="/ppt/slides/_rels/slide22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3.xml.rels" ContentType="application/vnd.openxmlformats-package.relationships+xml"/>
  <Override PartName="/ppt/slides/_rels/slide20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1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0.xml" ContentType="application/vnd.openxmlformats-officedocument.presentationml.slide+xml"/>
  <Override PartName="/ppt/slides/slide25.xml" ContentType="application/vnd.openxmlformats-officedocument.presentationml.slide+xml"/>
  <Override PartName="/ppt/slides/slide31.xml" ContentType="application/vnd.openxmlformats-officedocument.presentationml.slide+xml"/>
  <Override PartName="/ppt/slides/slide26.xml" ContentType="application/vnd.openxmlformats-officedocument.presentationml.slide+xml"/>
  <Override PartName="/ppt/slides/slide32.xml" ContentType="application/vnd.openxmlformats-officedocument.presentationml.slide+xml"/>
  <Override PartName="/ppt/slides/slide27.xml" ContentType="application/vnd.openxmlformats-officedocument.presentationml.slide+xml"/>
  <Override PartName="/ppt/slides/slide33.xml" ContentType="application/vnd.openxmlformats-officedocument.presentationml.slide+xml"/>
  <Override PartName="/ppt/slides/slide28.xml" ContentType="application/vnd.openxmlformats-officedocument.presentationml.slide+xml"/>
  <Override PartName="/ppt/slides/slide34.xml" ContentType="application/vnd.openxmlformats-officedocument.presentationml.slide+xml"/>
  <Override PartName="/ppt/slides/slide29.xml" ContentType="application/vnd.openxmlformats-officedocument.presentationml.slide+xml"/>
  <Override PartName="/ppt/slides/slide35.xml" ContentType="application/vnd.openxmlformats-officedocument.presentationml.slide+xml"/>
  <Override PartName="/ppt/diagrams/data1.xml" ContentType="application/vnd.openxmlformats-officedocument.drawingml.diagramData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drawing3.xml" ContentType="application/vnd.ms-office.drawingml.diagramDrawing+xml"/>
  <Override PartName="/ppt/diagrams/quickStyle2.xml" ContentType="application/vnd.openxmlformats-officedocument.drawingml.diagramStyle+xml"/>
  <Override PartName="/ppt/diagrams/colors3.xml" ContentType="application/vnd.openxmlformats-officedocument.drawingml.diagramColors+xml"/>
  <Override PartName="/ppt/diagrams/quickStyle1.xml" ContentType="application/vnd.openxmlformats-officedocument.drawingml.diagramStyle+xml"/>
  <Override PartName="/ppt/diagrams/colors2.xml" ContentType="application/vnd.openxmlformats-officedocument.drawingml.diagramColors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drawing4.xml" ContentType="application/vnd.ms-office.drawingml.diagramDrawing+xml"/>
  <Override PartName="/ppt/diagrams/layout3.xml" ContentType="application/vnd.openxmlformats-officedocument.drawingml.diagramLayout+xml"/>
  <Override PartName="/ppt/diagrams/colors4.xml" ContentType="application/vnd.openxmlformats-officedocument.drawingml.diagramColors+xml"/>
  <Override PartName="/ppt/diagrams/quickStyle3.xml" ContentType="application/vnd.openxmlformats-officedocument.drawingml.diagramStyle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presProps" Target="presProps.xml"/>
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34F77E-007A-45AE-9901-BDD5C565E9BE}" type="doc">
      <dgm:prSet loTypeId="urn:microsoft.com/office/officeart/2005/8/layout/process1" loCatId="process" qsTypeId="urn:microsoft.com/office/officeart/2005/8/quickstyle/simple1" qsCatId="simple" csTypeId="urn:microsoft.com/office/officeart/2005/8/colors/accent3_2" csCatId="accent3" phldr="1"/>
      <dgm:spPr/>
    </dgm:pt>
    <dgm:pt modelId="{1D973F7E-8D17-4E40-840C-1F287EF438B7}">
      <dgm:prSet phldrT="[Text]"/>
      <dgm:spPr/>
      <dgm:t>
        <a:bodyPr/>
        <a:lstStyle/>
        <a:p>
          <a:r>
            <a:rPr lang="en-US" noProof="0" dirty="0"/>
            <a:t>Inputs</a:t>
          </a:r>
        </a:p>
      </dgm:t>
    </dgm:pt>
    <dgm:pt modelId="{212B780C-6DED-4BA6-96DA-0CAF556FCAE2}" type="parTrans" cxnId="{22335A4F-972E-4B70-9D4E-24FD148C3B7E}">
      <dgm:prSet/>
      <dgm:spPr/>
      <dgm:t>
        <a:bodyPr/>
        <a:lstStyle/>
        <a:p>
          <a:endParaRPr lang="en-US"/>
        </a:p>
      </dgm:t>
    </dgm:pt>
    <dgm:pt modelId="{981633CF-DE88-4FCD-BA71-F27935C0AED9}" type="sibTrans" cxnId="{22335A4F-972E-4B70-9D4E-24FD148C3B7E}">
      <dgm:prSet/>
      <dgm:spPr/>
      <dgm:t>
        <a:bodyPr/>
        <a:lstStyle/>
        <a:p>
          <a:endParaRPr lang="en-US" noProof="0" dirty="0"/>
        </a:p>
      </dgm:t>
    </dgm:pt>
    <dgm:pt modelId="{26AB2C3B-0744-4241-85BE-CC0908CB5468}">
      <dgm:prSet phldrT="[Text]"/>
      <dgm:spPr/>
      <dgm:t>
        <a:bodyPr/>
        <a:lstStyle/>
        <a:p>
          <a:r>
            <a:rPr lang="en-US" noProof="0" dirty="0"/>
            <a:t>Processor</a:t>
          </a:r>
        </a:p>
      </dgm:t>
    </dgm:pt>
    <dgm:pt modelId="{7FB4D318-AD52-4419-8760-C49911657C1A}" type="parTrans" cxnId="{B9DFD583-DA5B-4387-9316-B48C609D8202}">
      <dgm:prSet/>
      <dgm:spPr/>
      <dgm:t>
        <a:bodyPr/>
        <a:lstStyle/>
        <a:p>
          <a:endParaRPr lang="en-US"/>
        </a:p>
      </dgm:t>
    </dgm:pt>
    <dgm:pt modelId="{532BD84E-02AE-4361-9FE2-978EE2B10F80}" type="sibTrans" cxnId="{B9DFD583-DA5B-4387-9316-B48C609D8202}">
      <dgm:prSet/>
      <dgm:spPr/>
      <dgm:t>
        <a:bodyPr/>
        <a:lstStyle/>
        <a:p>
          <a:endParaRPr lang="en-US" noProof="0" dirty="0"/>
        </a:p>
      </dgm:t>
    </dgm:pt>
    <dgm:pt modelId="{EA65A478-72AB-43BF-8FF7-36BB690B1805}">
      <dgm:prSet phldrT="[Text]"/>
      <dgm:spPr/>
      <dgm:t>
        <a:bodyPr/>
        <a:lstStyle/>
        <a:p>
          <a:r>
            <a:rPr lang="en-US" noProof="0" dirty="0"/>
            <a:t>Outputs</a:t>
          </a:r>
        </a:p>
      </dgm:t>
    </dgm:pt>
    <dgm:pt modelId="{F2554B11-43D2-4A56-841F-31EAE8B966B0}" type="parTrans" cxnId="{41ECFCA4-C57D-4A2C-A210-E39E58A66239}">
      <dgm:prSet/>
      <dgm:spPr/>
      <dgm:t>
        <a:bodyPr/>
        <a:lstStyle/>
        <a:p>
          <a:endParaRPr lang="en-US"/>
        </a:p>
      </dgm:t>
    </dgm:pt>
    <dgm:pt modelId="{487B2A77-39C9-473E-91CC-3F10529C6A13}" type="sibTrans" cxnId="{41ECFCA4-C57D-4A2C-A210-E39E58A66239}">
      <dgm:prSet/>
      <dgm:spPr/>
      <dgm:t>
        <a:bodyPr/>
        <a:lstStyle/>
        <a:p>
          <a:endParaRPr lang="en-US"/>
        </a:p>
      </dgm:t>
    </dgm:pt>
    <dgm:pt modelId="{33AC3BAA-A568-4301-B918-A59A200F4ABF}" type="pres">
      <dgm:prSet presAssocID="{C134F77E-007A-45AE-9901-BDD5C565E9BE}" presName="Name0" presStyleCnt="0">
        <dgm:presLayoutVars>
          <dgm:dir/>
          <dgm:resizeHandles val="exact"/>
        </dgm:presLayoutVars>
      </dgm:prSet>
      <dgm:spPr/>
    </dgm:pt>
    <dgm:pt modelId="{C0A9F70B-DB7F-46B8-95C6-647F01F508C6}" type="pres">
      <dgm:prSet presAssocID="{1D973F7E-8D17-4E40-840C-1F287EF438B7}" presName="node" presStyleLbl="node1" presStyleIdx="0" presStyleCnt="3">
        <dgm:presLayoutVars>
          <dgm:bulletEnabled val="1"/>
        </dgm:presLayoutVars>
      </dgm:prSet>
      <dgm:spPr/>
    </dgm:pt>
    <dgm:pt modelId="{BAAFE30B-534B-4C97-9EDB-48D897CABFEB}" type="pres">
      <dgm:prSet presAssocID="{981633CF-DE88-4FCD-BA71-F27935C0AED9}" presName="sibTrans" presStyleLbl="sibTrans2D1" presStyleIdx="0" presStyleCnt="2"/>
      <dgm:spPr/>
    </dgm:pt>
    <dgm:pt modelId="{2992B4DE-1AB5-479F-B9CE-E1B6458E07E1}" type="pres">
      <dgm:prSet presAssocID="{981633CF-DE88-4FCD-BA71-F27935C0AED9}" presName="connectorText" presStyleLbl="sibTrans2D1" presStyleIdx="0" presStyleCnt="2"/>
      <dgm:spPr/>
    </dgm:pt>
    <dgm:pt modelId="{8E9E1581-470D-4D03-BFEA-5285EA6F2D83}" type="pres">
      <dgm:prSet presAssocID="{26AB2C3B-0744-4241-85BE-CC0908CB5468}" presName="node" presStyleLbl="node1" presStyleIdx="1" presStyleCnt="3">
        <dgm:presLayoutVars>
          <dgm:bulletEnabled val="1"/>
        </dgm:presLayoutVars>
      </dgm:prSet>
      <dgm:spPr/>
    </dgm:pt>
    <dgm:pt modelId="{F0E8819F-EA90-4C02-9395-01CAF01F58A7}" type="pres">
      <dgm:prSet presAssocID="{532BD84E-02AE-4361-9FE2-978EE2B10F80}" presName="sibTrans" presStyleLbl="sibTrans2D1" presStyleIdx="1" presStyleCnt="2"/>
      <dgm:spPr/>
    </dgm:pt>
    <dgm:pt modelId="{D6B172F4-9CA6-4363-BA2C-C75A575CDEFD}" type="pres">
      <dgm:prSet presAssocID="{532BD84E-02AE-4361-9FE2-978EE2B10F80}" presName="connectorText" presStyleLbl="sibTrans2D1" presStyleIdx="1" presStyleCnt="2"/>
      <dgm:spPr/>
    </dgm:pt>
    <dgm:pt modelId="{7FEE75D5-4714-4771-9D60-EA6B7C30B56D}" type="pres">
      <dgm:prSet presAssocID="{EA65A478-72AB-43BF-8FF7-36BB690B1805}" presName="node" presStyleLbl="node1" presStyleIdx="2" presStyleCnt="3">
        <dgm:presLayoutVars>
          <dgm:bulletEnabled val="1"/>
        </dgm:presLayoutVars>
      </dgm:prSet>
      <dgm:spPr/>
    </dgm:pt>
  </dgm:ptLst>
  <dgm:cxnLst>
    <dgm:cxn modelId="{3713BD05-A5F4-42D6-A8C9-160233AC4E73}" type="presOf" srcId="{26AB2C3B-0744-4241-85BE-CC0908CB5468}" destId="{8E9E1581-470D-4D03-BFEA-5285EA6F2D83}" srcOrd="0" destOrd="0" presId="urn:microsoft.com/office/officeart/2005/8/layout/process1"/>
    <dgm:cxn modelId="{5F4CB31D-C3BD-4E34-BEB7-085AB4F37CB3}" type="presOf" srcId="{532BD84E-02AE-4361-9FE2-978EE2B10F80}" destId="{D6B172F4-9CA6-4363-BA2C-C75A575CDEFD}" srcOrd="1" destOrd="0" presId="urn:microsoft.com/office/officeart/2005/8/layout/process1"/>
    <dgm:cxn modelId="{423D2E66-94DB-47F5-897B-60C71D561A3D}" type="presOf" srcId="{C134F77E-007A-45AE-9901-BDD5C565E9BE}" destId="{33AC3BAA-A568-4301-B918-A59A200F4ABF}" srcOrd="0" destOrd="0" presId="urn:microsoft.com/office/officeart/2005/8/layout/process1"/>
    <dgm:cxn modelId="{22335A4F-972E-4B70-9D4E-24FD148C3B7E}" srcId="{C134F77E-007A-45AE-9901-BDD5C565E9BE}" destId="{1D973F7E-8D17-4E40-840C-1F287EF438B7}" srcOrd="0" destOrd="0" parTransId="{212B780C-6DED-4BA6-96DA-0CAF556FCAE2}" sibTransId="{981633CF-DE88-4FCD-BA71-F27935C0AED9}"/>
    <dgm:cxn modelId="{B9DFD583-DA5B-4387-9316-B48C609D8202}" srcId="{C134F77E-007A-45AE-9901-BDD5C565E9BE}" destId="{26AB2C3B-0744-4241-85BE-CC0908CB5468}" srcOrd="1" destOrd="0" parTransId="{7FB4D318-AD52-4419-8760-C49911657C1A}" sibTransId="{532BD84E-02AE-4361-9FE2-978EE2B10F80}"/>
    <dgm:cxn modelId="{3FEAC884-0F29-4A7F-A843-29D40A81EE2D}" type="presOf" srcId="{1D973F7E-8D17-4E40-840C-1F287EF438B7}" destId="{C0A9F70B-DB7F-46B8-95C6-647F01F508C6}" srcOrd="0" destOrd="0" presId="urn:microsoft.com/office/officeart/2005/8/layout/process1"/>
    <dgm:cxn modelId="{41ECFCA4-C57D-4A2C-A210-E39E58A66239}" srcId="{C134F77E-007A-45AE-9901-BDD5C565E9BE}" destId="{EA65A478-72AB-43BF-8FF7-36BB690B1805}" srcOrd="2" destOrd="0" parTransId="{F2554B11-43D2-4A56-841F-31EAE8B966B0}" sibTransId="{487B2A77-39C9-473E-91CC-3F10529C6A13}"/>
    <dgm:cxn modelId="{96A109B8-E241-4138-A137-46464E90A999}" type="presOf" srcId="{981633CF-DE88-4FCD-BA71-F27935C0AED9}" destId="{2992B4DE-1AB5-479F-B9CE-E1B6458E07E1}" srcOrd="1" destOrd="0" presId="urn:microsoft.com/office/officeart/2005/8/layout/process1"/>
    <dgm:cxn modelId="{1B88D0B8-0664-434F-93DF-928654F6F6A5}" type="presOf" srcId="{532BD84E-02AE-4361-9FE2-978EE2B10F80}" destId="{F0E8819F-EA90-4C02-9395-01CAF01F58A7}" srcOrd="0" destOrd="0" presId="urn:microsoft.com/office/officeart/2005/8/layout/process1"/>
    <dgm:cxn modelId="{552554D2-1552-487C-BDF0-3C16A9653D84}" type="presOf" srcId="{EA65A478-72AB-43BF-8FF7-36BB690B1805}" destId="{7FEE75D5-4714-4771-9D60-EA6B7C30B56D}" srcOrd="0" destOrd="0" presId="urn:microsoft.com/office/officeart/2005/8/layout/process1"/>
    <dgm:cxn modelId="{13E414E5-FD58-4305-8E0F-E1DAADC817FF}" type="presOf" srcId="{981633CF-DE88-4FCD-BA71-F27935C0AED9}" destId="{BAAFE30B-534B-4C97-9EDB-48D897CABFEB}" srcOrd="0" destOrd="0" presId="urn:microsoft.com/office/officeart/2005/8/layout/process1"/>
    <dgm:cxn modelId="{44DEBDA1-9325-4F54-8A6B-90D172542866}" type="presParOf" srcId="{33AC3BAA-A568-4301-B918-A59A200F4ABF}" destId="{C0A9F70B-DB7F-46B8-95C6-647F01F508C6}" srcOrd="0" destOrd="0" presId="urn:microsoft.com/office/officeart/2005/8/layout/process1"/>
    <dgm:cxn modelId="{EE466150-06A5-4AA9-A0FA-E2E86D93D02C}" type="presParOf" srcId="{33AC3BAA-A568-4301-B918-A59A200F4ABF}" destId="{BAAFE30B-534B-4C97-9EDB-48D897CABFEB}" srcOrd="1" destOrd="0" presId="urn:microsoft.com/office/officeart/2005/8/layout/process1"/>
    <dgm:cxn modelId="{717C524D-6628-4E08-B862-63642F032869}" type="presParOf" srcId="{BAAFE30B-534B-4C97-9EDB-48D897CABFEB}" destId="{2992B4DE-1AB5-479F-B9CE-E1B6458E07E1}" srcOrd="0" destOrd="0" presId="urn:microsoft.com/office/officeart/2005/8/layout/process1"/>
    <dgm:cxn modelId="{10B09068-2027-4637-A55C-E1FA5C7D076B}" type="presParOf" srcId="{33AC3BAA-A568-4301-B918-A59A200F4ABF}" destId="{8E9E1581-470D-4D03-BFEA-5285EA6F2D83}" srcOrd="2" destOrd="0" presId="urn:microsoft.com/office/officeart/2005/8/layout/process1"/>
    <dgm:cxn modelId="{C40478AB-AA31-4B26-AB4D-638E6E4F7701}" type="presParOf" srcId="{33AC3BAA-A568-4301-B918-A59A200F4ABF}" destId="{F0E8819F-EA90-4C02-9395-01CAF01F58A7}" srcOrd="3" destOrd="0" presId="urn:microsoft.com/office/officeart/2005/8/layout/process1"/>
    <dgm:cxn modelId="{356A2D28-19AF-421F-BD05-D48D23470FA3}" type="presParOf" srcId="{F0E8819F-EA90-4C02-9395-01CAF01F58A7}" destId="{D6B172F4-9CA6-4363-BA2C-C75A575CDEFD}" srcOrd="0" destOrd="0" presId="urn:microsoft.com/office/officeart/2005/8/layout/process1"/>
    <dgm:cxn modelId="{6F7C5472-3A2E-43E9-8028-122CEDD422C3}" type="presParOf" srcId="{33AC3BAA-A568-4301-B918-A59A200F4ABF}" destId="{7FEE75D5-4714-4771-9D60-EA6B7C30B56D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134F77E-007A-45AE-9901-BDD5C565E9BE}" type="doc">
      <dgm:prSet loTypeId="urn:microsoft.com/office/officeart/2005/8/layout/process1" loCatId="process" qsTypeId="urn:microsoft.com/office/officeart/2005/8/quickstyle/simple1" qsCatId="simple" csTypeId="urn:microsoft.com/office/officeart/2005/8/colors/accent3_2" csCatId="accent3" phldr="1"/>
      <dgm:spPr/>
    </dgm:pt>
    <dgm:pt modelId="{1D973F7E-8D17-4E40-840C-1F287EF438B7}">
      <dgm:prSet phldrT="[Text]"/>
      <dgm:spPr/>
      <dgm:t>
        <a:bodyPr/>
        <a:lstStyle/>
        <a:p>
          <a:r>
            <a:rPr lang="en-US" noProof="0" dirty="0"/>
            <a:t>Inputs</a:t>
          </a:r>
        </a:p>
      </dgm:t>
    </dgm:pt>
    <dgm:pt modelId="{212B780C-6DED-4BA6-96DA-0CAF556FCAE2}" type="parTrans" cxnId="{22335A4F-972E-4B70-9D4E-24FD148C3B7E}">
      <dgm:prSet/>
      <dgm:spPr/>
      <dgm:t>
        <a:bodyPr/>
        <a:lstStyle/>
        <a:p>
          <a:endParaRPr lang="en-US"/>
        </a:p>
      </dgm:t>
    </dgm:pt>
    <dgm:pt modelId="{981633CF-DE88-4FCD-BA71-F27935C0AED9}" type="sibTrans" cxnId="{22335A4F-972E-4B70-9D4E-24FD148C3B7E}">
      <dgm:prSet/>
      <dgm:spPr/>
      <dgm:t>
        <a:bodyPr/>
        <a:lstStyle/>
        <a:p>
          <a:endParaRPr lang="en-US" noProof="0" dirty="0"/>
        </a:p>
      </dgm:t>
    </dgm:pt>
    <dgm:pt modelId="{26AB2C3B-0744-4241-85BE-CC0908CB5468}">
      <dgm:prSet phldrT="[Text]"/>
      <dgm:spPr/>
      <dgm:t>
        <a:bodyPr/>
        <a:lstStyle/>
        <a:p>
          <a:r>
            <a:rPr lang="en-US" noProof="0" dirty="0"/>
            <a:t>Processor</a:t>
          </a:r>
        </a:p>
      </dgm:t>
    </dgm:pt>
    <dgm:pt modelId="{7FB4D318-AD52-4419-8760-C49911657C1A}" type="parTrans" cxnId="{B9DFD583-DA5B-4387-9316-B48C609D8202}">
      <dgm:prSet/>
      <dgm:spPr/>
      <dgm:t>
        <a:bodyPr/>
        <a:lstStyle/>
        <a:p>
          <a:endParaRPr lang="en-US"/>
        </a:p>
      </dgm:t>
    </dgm:pt>
    <dgm:pt modelId="{532BD84E-02AE-4361-9FE2-978EE2B10F80}" type="sibTrans" cxnId="{B9DFD583-DA5B-4387-9316-B48C609D8202}">
      <dgm:prSet/>
      <dgm:spPr/>
      <dgm:t>
        <a:bodyPr/>
        <a:lstStyle/>
        <a:p>
          <a:endParaRPr lang="en-US" noProof="0" dirty="0"/>
        </a:p>
      </dgm:t>
    </dgm:pt>
    <dgm:pt modelId="{EA65A478-72AB-43BF-8FF7-36BB690B1805}">
      <dgm:prSet phldrT="[Text]"/>
      <dgm:spPr/>
      <dgm:t>
        <a:bodyPr/>
        <a:lstStyle/>
        <a:p>
          <a:r>
            <a:rPr lang="en-US" noProof="0" dirty="0"/>
            <a:t>Outputs</a:t>
          </a:r>
        </a:p>
      </dgm:t>
    </dgm:pt>
    <dgm:pt modelId="{F2554B11-43D2-4A56-841F-31EAE8B966B0}" type="parTrans" cxnId="{41ECFCA4-C57D-4A2C-A210-E39E58A66239}">
      <dgm:prSet/>
      <dgm:spPr/>
      <dgm:t>
        <a:bodyPr/>
        <a:lstStyle/>
        <a:p>
          <a:endParaRPr lang="en-US"/>
        </a:p>
      </dgm:t>
    </dgm:pt>
    <dgm:pt modelId="{487B2A77-39C9-473E-91CC-3F10529C6A13}" type="sibTrans" cxnId="{41ECFCA4-C57D-4A2C-A210-E39E58A66239}">
      <dgm:prSet/>
      <dgm:spPr/>
      <dgm:t>
        <a:bodyPr/>
        <a:lstStyle/>
        <a:p>
          <a:endParaRPr lang="en-US"/>
        </a:p>
      </dgm:t>
    </dgm:pt>
    <dgm:pt modelId="{33AC3BAA-A568-4301-B918-A59A200F4ABF}" type="pres">
      <dgm:prSet presAssocID="{C134F77E-007A-45AE-9901-BDD5C565E9BE}" presName="Name0" presStyleCnt="0">
        <dgm:presLayoutVars>
          <dgm:dir/>
          <dgm:resizeHandles val="exact"/>
        </dgm:presLayoutVars>
      </dgm:prSet>
      <dgm:spPr/>
    </dgm:pt>
    <dgm:pt modelId="{C0A9F70B-DB7F-46B8-95C6-647F01F508C6}" type="pres">
      <dgm:prSet presAssocID="{1D973F7E-8D17-4E40-840C-1F287EF438B7}" presName="node" presStyleLbl="node1" presStyleIdx="0" presStyleCnt="3">
        <dgm:presLayoutVars>
          <dgm:bulletEnabled val="1"/>
        </dgm:presLayoutVars>
      </dgm:prSet>
      <dgm:spPr/>
    </dgm:pt>
    <dgm:pt modelId="{BAAFE30B-534B-4C97-9EDB-48D897CABFEB}" type="pres">
      <dgm:prSet presAssocID="{981633CF-DE88-4FCD-BA71-F27935C0AED9}" presName="sibTrans" presStyleLbl="sibTrans2D1" presStyleIdx="0" presStyleCnt="2"/>
      <dgm:spPr/>
    </dgm:pt>
    <dgm:pt modelId="{2992B4DE-1AB5-479F-B9CE-E1B6458E07E1}" type="pres">
      <dgm:prSet presAssocID="{981633CF-DE88-4FCD-BA71-F27935C0AED9}" presName="connectorText" presStyleLbl="sibTrans2D1" presStyleIdx="0" presStyleCnt="2"/>
      <dgm:spPr/>
    </dgm:pt>
    <dgm:pt modelId="{8E9E1581-470D-4D03-BFEA-5285EA6F2D83}" type="pres">
      <dgm:prSet presAssocID="{26AB2C3B-0744-4241-85BE-CC0908CB5468}" presName="node" presStyleLbl="node1" presStyleIdx="1" presStyleCnt="3">
        <dgm:presLayoutVars>
          <dgm:bulletEnabled val="1"/>
        </dgm:presLayoutVars>
      </dgm:prSet>
      <dgm:spPr/>
    </dgm:pt>
    <dgm:pt modelId="{F0E8819F-EA90-4C02-9395-01CAF01F58A7}" type="pres">
      <dgm:prSet presAssocID="{532BD84E-02AE-4361-9FE2-978EE2B10F80}" presName="sibTrans" presStyleLbl="sibTrans2D1" presStyleIdx="1" presStyleCnt="2"/>
      <dgm:spPr/>
    </dgm:pt>
    <dgm:pt modelId="{D6B172F4-9CA6-4363-BA2C-C75A575CDEFD}" type="pres">
      <dgm:prSet presAssocID="{532BD84E-02AE-4361-9FE2-978EE2B10F80}" presName="connectorText" presStyleLbl="sibTrans2D1" presStyleIdx="1" presStyleCnt="2"/>
      <dgm:spPr/>
    </dgm:pt>
    <dgm:pt modelId="{7FEE75D5-4714-4771-9D60-EA6B7C30B56D}" type="pres">
      <dgm:prSet presAssocID="{EA65A478-72AB-43BF-8FF7-36BB690B1805}" presName="node" presStyleLbl="node1" presStyleIdx="2" presStyleCnt="3">
        <dgm:presLayoutVars>
          <dgm:bulletEnabled val="1"/>
        </dgm:presLayoutVars>
      </dgm:prSet>
      <dgm:spPr/>
    </dgm:pt>
  </dgm:ptLst>
  <dgm:cxnLst>
    <dgm:cxn modelId="{3713BD05-A5F4-42D6-A8C9-160233AC4E73}" type="presOf" srcId="{26AB2C3B-0744-4241-85BE-CC0908CB5468}" destId="{8E9E1581-470D-4D03-BFEA-5285EA6F2D83}" srcOrd="0" destOrd="0" presId="urn:microsoft.com/office/officeart/2005/8/layout/process1"/>
    <dgm:cxn modelId="{5F4CB31D-C3BD-4E34-BEB7-085AB4F37CB3}" type="presOf" srcId="{532BD84E-02AE-4361-9FE2-978EE2B10F80}" destId="{D6B172F4-9CA6-4363-BA2C-C75A575CDEFD}" srcOrd="1" destOrd="0" presId="urn:microsoft.com/office/officeart/2005/8/layout/process1"/>
    <dgm:cxn modelId="{423D2E66-94DB-47F5-897B-60C71D561A3D}" type="presOf" srcId="{C134F77E-007A-45AE-9901-BDD5C565E9BE}" destId="{33AC3BAA-A568-4301-B918-A59A200F4ABF}" srcOrd="0" destOrd="0" presId="urn:microsoft.com/office/officeart/2005/8/layout/process1"/>
    <dgm:cxn modelId="{22335A4F-972E-4B70-9D4E-24FD148C3B7E}" srcId="{C134F77E-007A-45AE-9901-BDD5C565E9BE}" destId="{1D973F7E-8D17-4E40-840C-1F287EF438B7}" srcOrd="0" destOrd="0" parTransId="{212B780C-6DED-4BA6-96DA-0CAF556FCAE2}" sibTransId="{981633CF-DE88-4FCD-BA71-F27935C0AED9}"/>
    <dgm:cxn modelId="{B9DFD583-DA5B-4387-9316-B48C609D8202}" srcId="{C134F77E-007A-45AE-9901-BDD5C565E9BE}" destId="{26AB2C3B-0744-4241-85BE-CC0908CB5468}" srcOrd="1" destOrd="0" parTransId="{7FB4D318-AD52-4419-8760-C49911657C1A}" sibTransId="{532BD84E-02AE-4361-9FE2-978EE2B10F80}"/>
    <dgm:cxn modelId="{3FEAC884-0F29-4A7F-A843-29D40A81EE2D}" type="presOf" srcId="{1D973F7E-8D17-4E40-840C-1F287EF438B7}" destId="{C0A9F70B-DB7F-46B8-95C6-647F01F508C6}" srcOrd="0" destOrd="0" presId="urn:microsoft.com/office/officeart/2005/8/layout/process1"/>
    <dgm:cxn modelId="{41ECFCA4-C57D-4A2C-A210-E39E58A66239}" srcId="{C134F77E-007A-45AE-9901-BDD5C565E9BE}" destId="{EA65A478-72AB-43BF-8FF7-36BB690B1805}" srcOrd="2" destOrd="0" parTransId="{F2554B11-43D2-4A56-841F-31EAE8B966B0}" sibTransId="{487B2A77-39C9-473E-91CC-3F10529C6A13}"/>
    <dgm:cxn modelId="{96A109B8-E241-4138-A137-46464E90A999}" type="presOf" srcId="{981633CF-DE88-4FCD-BA71-F27935C0AED9}" destId="{2992B4DE-1AB5-479F-B9CE-E1B6458E07E1}" srcOrd="1" destOrd="0" presId="urn:microsoft.com/office/officeart/2005/8/layout/process1"/>
    <dgm:cxn modelId="{1B88D0B8-0664-434F-93DF-928654F6F6A5}" type="presOf" srcId="{532BD84E-02AE-4361-9FE2-978EE2B10F80}" destId="{F0E8819F-EA90-4C02-9395-01CAF01F58A7}" srcOrd="0" destOrd="0" presId="urn:microsoft.com/office/officeart/2005/8/layout/process1"/>
    <dgm:cxn modelId="{552554D2-1552-487C-BDF0-3C16A9653D84}" type="presOf" srcId="{EA65A478-72AB-43BF-8FF7-36BB690B1805}" destId="{7FEE75D5-4714-4771-9D60-EA6B7C30B56D}" srcOrd="0" destOrd="0" presId="urn:microsoft.com/office/officeart/2005/8/layout/process1"/>
    <dgm:cxn modelId="{13E414E5-FD58-4305-8E0F-E1DAADC817FF}" type="presOf" srcId="{981633CF-DE88-4FCD-BA71-F27935C0AED9}" destId="{BAAFE30B-534B-4C97-9EDB-48D897CABFEB}" srcOrd="0" destOrd="0" presId="urn:microsoft.com/office/officeart/2005/8/layout/process1"/>
    <dgm:cxn modelId="{44DEBDA1-9325-4F54-8A6B-90D172542866}" type="presParOf" srcId="{33AC3BAA-A568-4301-B918-A59A200F4ABF}" destId="{C0A9F70B-DB7F-46B8-95C6-647F01F508C6}" srcOrd="0" destOrd="0" presId="urn:microsoft.com/office/officeart/2005/8/layout/process1"/>
    <dgm:cxn modelId="{EE466150-06A5-4AA9-A0FA-E2E86D93D02C}" type="presParOf" srcId="{33AC3BAA-A568-4301-B918-A59A200F4ABF}" destId="{BAAFE30B-534B-4C97-9EDB-48D897CABFEB}" srcOrd="1" destOrd="0" presId="urn:microsoft.com/office/officeart/2005/8/layout/process1"/>
    <dgm:cxn modelId="{717C524D-6628-4E08-B862-63642F032869}" type="presParOf" srcId="{BAAFE30B-534B-4C97-9EDB-48D897CABFEB}" destId="{2992B4DE-1AB5-479F-B9CE-E1B6458E07E1}" srcOrd="0" destOrd="0" presId="urn:microsoft.com/office/officeart/2005/8/layout/process1"/>
    <dgm:cxn modelId="{10B09068-2027-4637-A55C-E1FA5C7D076B}" type="presParOf" srcId="{33AC3BAA-A568-4301-B918-A59A200F4ABF}" destId="{8E9E1581-470D-4D03-BFEA-5285EA6F2D83}" srcOrd="2" destOrd="0" presId="urn:microsoft.com/office/officeart/2005/8/layout/process1"/>
    <dgm:cxn modelId="{C40478AB-AA31-4B26-AB4D-638E6E4F7701}" type="presParOf" srcId="{33AC3BAA-A568-4301-B918-A59A200F4ABF}" destId="{F0E8819F-EA90-4C02-9395-01CAF01F58A7}" srcOrd="3" destOrd="0" presId="urn:microsoft.com/office/officeart/2005/8/layout/process1"/>
    <dgm:cxn modelId="{356A2D28-19AF-421F-BD05-D48D23470FA3}" type="presParOf" srcId="{F0E8819F-EA90-4C02-9395-01CAF01F58A7}" destId="{D6B172F4-9CA6-4363-BA2C-C75A575CDEFD}" srcOrd="0" destOrd="0" presId="urn:microsoft.com/office/officeart/2005/8/layout/process1"/>
    <dgm:cxn modelId="{6F7C5472-3A2E-43E9-8028-122CEDD422C3}" type="presParOf" srcId="{33AC3BAA-A568-4301-B918-A59A200F4ABF}" destId="{7FEE75D5-4714-4771-9D60-EA6B7C30B56D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134F77E-007A-45AE-9901-BDD5C565E9BE}" type="doc">
      <dgm:prSet loTypeId="urn:microsoft.com/office/officeart/2005/8/layout/process1" loCatId="process" qsTypeId="urn:microsoft.com/office/officeart/2005/8/quickstyle/simple1" qsCatId="simple" csTypeId="urn:microsoft.com/office/officeart/2005/8/colors/accent3_2" csCatId="accent3" phldr="1"/>
      <dgm:spPr/>
    </dgm:pt>
    <dgm:pt modelId="{1D973F7E-8D17-4E40-840C-1F287EF438B7}">
      <dgm:prSet phldrT="[Text]"/>
      <dgm:spPr/>
      <dgm:t>
        <a:bodyPr/>
        <a:lstStyle/>
        <a:p>
          <a:r>
            <a:rPr lang="en-US" noProof="0" dirty="0"/>
            <a:t>Inputs</a:t>
          </a:r>
        </a:p>
      </dgm:t>
    </dgm:pt>
    <dgm:pt modelId="{212B780C-6DED-4BA6-96DA-0CAF556FCAE2}" type="parTrans" cxnId="{22335A4F-972E-4B70-9D4E-24FD148C3B7E}">
      <dgm:prSet/>
      <dgm:spPr/>
      <dgm:t>
        <a:bodyPr/>
        <a:lstStyle/>
        <a:p>
          <a:endParaRPr lang="en-US"/>
        </a:p>
      </dgm:t>
    </dgm:pt>
    <dgm:pt modelId="{981633CF-DE88-4FCD-BA71-F27935C0AED9}" type="sibTrans" cxnId="{22335A4F-972E-4B70-9D4E-24FD148C3B7E}">
      <dgm:prSet/>
      <dgm:spPr/>
      <dgm:t>
        <a:bodyPr/>
        <a:lstStyle/>
        <a:p>
          <a:endParaRPr lang="en-US" noProof="0" dirty="0"/>
        </a:p>
      </dgm:t>
    </dgm:pt>
    <dgm:pt modelId="{26AB2C3B-0744-4241-85BE-CC0908CB5468}">
      <dgm:prSet phldrT="[Text]"/>
      <dgm:spPr/>
      <dgm:t>
        <a:bodyPr/>
        <a:lstStyle/>
        <a:p>
          <a:r>
            <a:rPr lang="en-US" noProof="0" dirty="0"/>
            <a:t>Processor</a:t>
          </a:r>
        </a:p>
      </dgm:t>
    </dgm:pt>
    <dgm:pt modelId="{7FB4D318-AD52-4419-8760-C49911657C1A}" type="parTrans" cxnId="{B9DFD583-DA5B-4387-9316-B48C609D8202}">
      <dgm:prSet/>
      <dgm:spPr/>
      <dgm:t>
        <a:bodyPr/>
        <a:lstStyle/>
        <a:p>
          <a:endParaRPr lang="en-US"/>
        </a:p>
      </dgm:t>
    </dgm:pt>
    <dgm:pt modelId="{532BD84E-02AE-4361-9FE2-978EE2B10F80}" type="sibTrans" cxnId="{B9DFD583-DA5B-4387-9316-B48C609D8202}">
      <dgm:prSet/>
      <dgm:spPr/>
      <dgm:t>
        <a:bodyPr/>
        <a:lstStyle/>
        <a:p>
          <a:endParaRPr lang="en-US" noProof="0" dirty="0"/>
        </a:p>
      </dgm:t>
    </dgm:pt>
    <dgm:pt modelId="{EA65A478-72AB-43BF-8FF7-36BB690B1805}">
      <dgm:prSet phldrT="[Text]"/>
      <dgm:spPr/>
      <dgm:t>
        <a:bodyPr/>
        <a:lstStyle/>
        <a:p>
          <a:r>
            <a:rPr lang="en-US" noProof="0" dirty="0"/>
            <a:t>Outputs</a:t>
          </a:r>
        </a:p>
      </dgm:t>
    </dgm:pt>
    <dgm:pt modelId="{F2554B11-43D2-4A56-841F-31EAE8B966B0}" type="parTrans" cxnId="{41ECFCA4-C57D-4A2C-A210-E39E58A66239}">
      <dgm:prSet/>
      <dgm:spPr/>
      <dgm:t>
        <a:bodyPr/>
        <a:lstStyle/>
        <a:p>
          <a:endParaRPr lang="en-US"/>
        </a:p>
      </dgm:t>
    </dgm:pt>
    <dgm:pt modelId="{487B2A77-39C9-473E-91CC-3F10529C6A13}" type="sibTrans" cxnId="{41ECFCA4-C57D-4A2C-A210-E39E58A66239}">
      <dgm:prSet/>
      <dgm:spPr/>
      <dgm:t>
        <a:bodyPr/>
        <a:lstStyle/>
        <a:p>
          <a:endParaRPr lang="en-US"/>
        </a:p>
      </dgm:t>
    </dgm:pt>
    <dgm:pt modelId="{33AC3BAA-A568-4301-B918-A59A200F4ABF}" type="pres">
      <dgm:prSet presAssocID="{C134F77E-007A-45AE-9901-BDD5C565E9BE}" presName="Name0" presStyleCnt="0">
        <dgm:presLayoutVars>
          <dgm:dir/>
          <dgm:resizeHandles val="exact"/>
        </dgm:presLayoutVars>
      </dgm:prSet>
      <dgm:spPr/>
    </dgm:pt>
    <dgm:pt modelId="{C0A9F70B-DB7F-46B8-95C6-647F01F508C6}" type="pres">
      <dgm:prSet presAssocID="{1D973F7E-8D17-4E40-840C-1F287EF438B7}" presName="node" presStyleLbl="node1" presStyleIdx="0" presStyleCnt="3">
        <dgm:presLayoutVars>
          <dgm:bulletEnabled val="1"/>
        </dgm:presLayoutVars>
      </dgm:prSet>
      <dgm:spPr/>
    </dgm:pt>
    <dgm:pt modelId="{BAAFE30B-534B-4C97-9EDB-48D897CABFEB}" type="pres">
      <dgm:prSet presAssocID="{981633CF-DE88-4FCD-BA71-F27935C0AED9}" presName="sibTrans" presStyleLbl="sibTrans2D1" presStyleIdx="0" presStyleCnt="2"/>
      <dgm:spPr/>
    </dgm:pt>
    <dgm:pt modelId="{2992B4DE-1AB5-479F-B9CE-E1B6458E07E1}" type="pres">
      <dgm:prSet presAssocID="{981633CF-DE88-4FCD-BA71-F27935C0AED9}" presName="connectorText" presStyleLbl="sibTrans2D1" presStyleIdx="0" presStyleCnt="2"/>
      <dgm:spPr/>
    </dgm:pt>
    <dgm:pt modelId="{8E9E1581-470D-4D03-BFEA-5285EA6F2D83}" type="pres">
      <dgm:prSet presAssocID="{26AB2C3B-0744-4241-85BE-CC0908CB5468}" presName="node" presStyleLbl="node1" presStyleIdx="1" presStyleCnt="3">
        <dgm:presLayoutVars>
          <dgm:bulletEnabled val="1"/>
        </dgm:presLayoutVars>
      </dgm:prSet>
      <dgm:spPr/>
    </dgm:pt>
    <dgm:pt modelId="{F0E8819F-EA90-4C02-9395-01CAF01F58A7}" type="pres">
      <dgm:prSet presAssocID="{532BD84E-02AE-4361-9FE2-978EE2B10F80}" presName="sibTrans" presStyleLbl="sibTrans2D1" presStyleIdx="1" presStyleCnt="2"/>
      <dgm:spPr/>
    </dgm:pt>
    <dgm:pt modelId="{D6B172F4-9CA6-4363-BA2C-C75A575CDEFD}" type="pres">
      <dgm:prSet presAssocID="{532BD84E-02AE-4361-9FE2-978EE2B10F80}" presName="connectorText" presStyleLbl="sibTrans2D1" presStyleIdx="1" presStyleCnt="2"/>
      <dgm:spPr/>
    </dgm:pt>
    <dgm:pt modelId="{7FEE75D5-4714-4771-9D60-EA6B7C30B56D}" type="pres">
      <dgm:prSet presAssocID="{EA65A478-72AB-43BF-8FF7-36BB690B1805}" presName="node" presStyleLbl="node1" presStyleIdx="2" presStyleCnt="3">
        <dgm:presLayoutVars>
          <dgm:bulletEnabled val="1"/>
        </dgm:presLayoutVars>
      </dgm:prSet>
      <dgm:spPr/>
    </dgm:pt>
  </dgm:ptLst>
  <dgm:cxnLst>
    <dgm:cxn modelId="{3713BD05-A5F4-42D6-A8C9-160233AC4E73}" type="presOf" srcId="{26AB2C3B-0744-4241-85BE-CC0908CB5468}" destId="{8E9E1581-470D-4D03-BFEA-5285EA6F2D83}" srcOrd="0" destOrd="0" presId="urn:microsoft.com/office/officeart/2005/8/layout/process1"/>
    <dgm:cxn modelId="{5F4CB31D-C3BD-4E34-BEB7-085AB4F37CB3}" type="presOf" srcId="{532BD84E-02AE-4361-9FE2-978EE2B10F80}" destId="{D6B172F4-9CA6-4363-BA2C-C75A575CDEFD}" srcOrd="1" destOrd="0" presId="urn:microsoft.com/office/officeart/2005/8/layout/process1"/>
    <dgm:cxn modelId="{423D2E66-94DB-47F5-897B-60C71D561A3D}" type="presOf" srcId="{C134F77E-007A-45AE-9901-BDD5C565E9BE}" destId="{33AC3BAA-A568-4301-B918-A59A200F4ABF}" srcOrd="0" destOrd="0" presId="urn:microsoft.com/office/officeart/2005/8/layout/process1"/>
    <dgm:cxn modelId="{22335A4F-972E-4B70-9D4E-24FD148C3B7E}" srcId="{C134F77E-007A-45AE-9901-BDD5C565E9BE}" destId="{1D973F7E-8D17-4E40-840C-1F287EF438B7}" srcOrd="0" destOrd="0" parTransId="{212B780C-6DED-4BA6-96DA-0CAF556FCAE2}" sibTransId="{981633CF-DE88-4FCD-BA71-F27935C0AED9}"/>
    <dgm:cxn modelId="{B9DFD583-DA5B-4387-9316-B48C609D8202}" srcId="{C134F77E-007A-45AE-9901-BDD5C565E9BE}" destId="{26AB2C3B-0744-4241-85BE-CC0908CB5468}" srcOrd="1" destOrd="0" parTransId="{7FB4D318-AD52-4419-8760-C49911657C1A}" sibTransId="{532BD84E-02AE-4361-9FE2-978EE2B10F80}"/>
    <dgm:cxn modelId="{3FEAC884-0F29-4A7F-A843-29D40A81EE2D}" type="presOf" srcId="{1D973F7E-8D17-4E40-840C-1F287EF438B7}" destId="{C0A9F70B-DB7F-46B8-95C6-647F01F508C6}" srcOrd="0" destOrd="0" presId="urn:microsoft.com/office/officeart/2005/8/layout/process1"/>
    <dgm:cxn modelId="{41ECFCA4-C57D-4A2C-A210-E39E58A66239}" srcId="{C134F77E-007A-45AE-9901-BDD5C565E9BE}" destId="{EA65A478-72AB-43BF-8FF7-36BB690B1805}" srcOrd="2" destOrd="0" parTransId="{F2554B11-43D2-4A56-841F-31EAE8B966B0}" sibTransId="{487B2A77-39C9-473E-91CC-3F10529C6A13}"/>
    <dgm:cxn modelId="{96A109B8-E241-4138-A137-46464E90A999}" type="presOf" srcId="{981633CF-DE88-4FCD-BA71-F27935C0AED9}" destId="{2992B4DE-1AB5-479F-B9CE-E1B6458E07E1}" srcOrd="1" destOrd="0" presId="urn:microsoft.com/office/officeart/2005/8/layout/process1"/>
    <dgm:cxn modelId="{1B88D0B8-0664-434F-93DF-928654F6F6A5}" type="presOf" srcId="{532BD84E-02AE-4361-9FE2-978EE2B10F80}" destId="{F0E8819F-EA90-4C02-9395-01CAF01F58A7}" srcOrd="0" destOrd="0" presId="urn:microsoft.com/office/officeart/2005/8/layout/process1"/>
    <dgm:cxn modelId="{552554D2-1552-487C-BDF0-3C16A9653D84}" type="presOf" srcId="{EA65A478-72AB-43BF-8FF7-36BB690B1805}" destId="{7FEE75D5-4714-4771-9D60-EA6B7C30B56D}" srcOrd="0" destOrd="0" presId="urn:microsoft.com/office/officeart/2005/8/layout/process1"/>
    <dgm:cxn modelId="{13E414E5-FD58-4305-8E0F-E1DAADC817FF}" type="presOf" srcId="{981633CF-DE88-4FCD-BA71-F27935C0AED9}" destId="{BAAFE30B-534B-4C97-9EDB-48D897CABFEB}" srcOrd="0" destOrd="0" presId="urn:microsoft.com/office/officeart/2005/8/layout/process1"/>
    <dgm:cxn modelId="{44DEBDA1-9325-4F54-8A6B-90D172542866}" type="presParOf" srcId="{33AC3BAA-A568-4301-B918-A59A200F4ABF}" destId="{C0A9F70B-DB7F-46B8-95C6-647F01F508C6}" srcOrd="0" destOrd="0" presId="urn:microsoft.com/office/officeart/2005/8/layout/process1"/>
    <dgm:cxn modelId="{EE466150-06A5-4AA9-A0FA-E2E86D93D02C}" type="presParOf" srcId="{33AC3BAA-A568-4301-B918-A59A200F4ABF}" destId="{BAAFE30B-534B-4C97-9EDB-48D897CABFEB}" srcOrd="1" destOrd="0" presId="urn:microsoft.com/office/officeart/2005/8/layout/process1"/>
    <dgm:cxn modelId="{717C524D-6628-4E08-B862-63642F032869}" type="presParOf" srcId="{BAAFE30B-534B-4C97-9EDB-48D897CABFEB}" destId="{2992B4DE-1AB5-479F-B9CE-E1B6458E07E1}" srcOrd="0" destOrd="0" presId="urn:microsoft.com/office/officeart/2005/8/layout/process1"/>
    <dgm:cxn modelId="{10B09068-2027-4637-A55C-E1FA5C7D076B}" type="presParOf" srcId="{33AC3BAA-A568-4301-B918-A59A200F4ABF}" destId="{8E9E1581-470D-4D03-BFEA-5285EA6F2D83}" srcOrd="2" destOrd="0" presId="urn:microsoft.com/office/officeart/2005/8/layout/process1"/>
    <dgm:cxn modelId="{C40478AB-AA31-4B26-AB4D-638E6E4F7701}" type="presParOf" srcId="{33AC3BAA-A568-4301-B918-A59A200F4ABF}" destId="{F0E8819F-EA90-4C02-9395-01CAF01F58A7}" srcOrd="3" destOrd="0" presId="urn:microsoft.com/office/officeart/2005/8/layout/process1"/>
    <dgm:cxn modelId="{356A2D28-19AF-421F-BD05-D48D23470FA3}" type="presParOf" srcId="{F0E8819F-EA90-4C02-9395-01CAF01F58A7}" destId="{D6B172F4-9CA6-4363-BA2C-C75A575CDEFD}" srcOrd="0" destOrd="0" presId="urn:microsoft.com/office/officeart/2005/8/layout/process1"/>
    <dgm:cxn modelId="{6F7C5472-3A2E-43E9-8028-122CEDD422C3}" type="presParOf" srcId="{33AC3BAA-A568-4301-B918-A59A200F4ABF}" destId="{7FEE75D5-4714-4771-9D60-EA6B7C30B56D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E2F6108-9D20-463D-93B5-B2DD6AC4B81C}" type="doc">
      <dgm:prSet loTypeId="urn:microsoft.com/office/officeart/2005/8/layout/lProcess2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6E14BBDE-DD83-4046-95BA-81D5D4F26130}">
      <dgm:prSet phldrT="[Text]"/>
      <dgm:spPr/>
      <dgm:t>
        <a:bodyPr/>
        <a:lstStyle/>
        <a:p>
          <a:r>
            <a:rPr lang="en-US" noProof="0" dirty="0"/>
            <a:t>Computational Capabilities</a:t>
          </a:r>
        </a:p>
      </dgm:t>
    </dgm:pt>
    <dgm:pt modelId="{14892A64-E9F3-44D0-9375-00F5223E020B}" type="parTrans" cxnId="{2C40B9FC-22B8-4D44-BD75-B740C9B7EFA6}">
      <dgm:prSet/>
      <dgm:spPr/>
      <dgm:t>
        <a:bodyPr/>
        <a:lstStyle/>
        <a:p>
          <a:endParaRPr lang="en-US"/>
        </a:p>
      </dgm:t>
    </dgm:pt>
    <dgm:pt modelId="{A3DC3B8B-C393-4C8E-B14B-7DA87DCA7222}" type="sibTrans" cxnId="{2C40B9FC-22B8-4D44-BD75-B740C9B7EFA6}">
      <dgm:prSet/>
      <dgm:spPr/>
      <dgm:t>
        <a:bodyPr/>
        <a:lstStyle/>
        <a:p>
          <a:endParaRPr lang="en-US"/>
        </a:p>
      </dgm:t>
    </dgm:pt>
    <dgm:pt modelId="{AC0B636A-9E1D-48CE-8E53-0017F065145C}">
      <dgm:prSet phldrT="[Text]"/>
      <dgm:spPr/>
      <dgm:t>
        <a:bodyPr/>
        <a:lstStyle/>
        <a:p>
          <a:r>
            <a:rPr lang="en-US" noProof="0" dirty="0"/>
            <a:t>Purpose</a:t>
          </a:r>
        </a:p>
      </dgm:t>
    </dgm:pt>
    <dgm:pt modelId="{1B66AB5D-9FE7-4F9C-BB73-CF6E172E3EC9}" type="parTrans" cxnId="{7113CAE6-FD04-4A74-892C-14271079ECF5}">
      <dgm:prSet/>
      <dgm:spPr/>
      <dgm:t>
        <a:bodyPr/>
        <a:lstStyle/>
        <a:p>
          <a:endParaRPr lang="en-US"/>
        </a:p>
      </dgm:t>
    </dgm:pt>
    <dgm:pt modelId="{81288EFC-3558-477A-9751-67217D7B406D}" type="sibTrans" cxnId="{7113CAE6-FD04-4A74-892C-14271079ECF5}">
      <dgm:prSet/>
      <dgm:spPr/>
      <dgm:t>
        <a:bodyPr/>
        <a:lstStyle/>
        <a:p>
          <a:endParaRPr lang="en-US"/>
        </a:p>
      </dgm:t>
    </dgm:pt>
    <dgm:pt modelId="{7CD6448F-40E8-44D2-A259-AFEB90BA1870}">
      <dgm:prSet phldrT="[Text]"/>
      <dgm:spPr/>
      <dgm:t>
        <a:bodyPr/>
        <a:lstStyle/>
        <a:p>
          <a:r>
            <a:rPr lang="en-US" noProof="0" dirty="0"/>
            <a:t>General Purpose Computers: can be tailored to needs</a:t>
          </a:r>
        </a:p>
      </dgm:t>
    </dgm:pt>
    <dgm:pt modelId="{D99875A4-3A24-417B-B921-2E06ADC01155}" type="parTrans" cxnId="{8B7A502F-9FF1-4690-B02A-60B7E7DC2628}">
      <dgm:prSet/>
      <dgm:spPr/>
      <dgm:t>
        <a:bodyPr/>
        <a:lstStyle/>
        <a:p>
          <a:endParaRPr lang="en-US"/>
        </a:p>
      </dgm:t>
    </dgm:pt>
    <dgm:pt modelId="{632AED58-E716-459E-990D-7CDB0A55C93B}" type="sibTrans" cxnId="{8B7A502F-9FF1-4690-B02A-60B7E7DC2628}">
      <dgm:prSet/>
      <dgm:spPr/>
      <dgm:t>
        <a:bodyPr/>
        <a:lstStyle/>
        <a:p>
          <a:endParaRPr lang="en-US"/>
        </a:p>
      </dgm:t>
    </dgm:pt>
    <dgm:pt modelId="{C22C2191-9F3B-41CC-AAF8-F1A73292DD81}">
      <dgm:prSet phldrT="[Text]"/>
      <dgm:spPr/>
      <dgm:t>
        <a:bodyPr/>
        <a:lstStyle/>
        <a:p>
          <a:r>
            <a:rPr lang="en-US" noProof="0" dirty="0"/>
            <a:t>Special Purpose Computers: Special setup for one task</a:t>
          </a:r>
        </a:p>
      </dgm:t>
    </dgm:pt>
    <dgm:pt modelId="{138EC815-0B6A-4964-9C8C-F838358F460C}" type="parTrans" cxnId="{7AD21AC2-3A1A-4549-A184-08F87115665D}">
      <dgm:prSet/>
      <dgm:spPr/>
      <dgm:t>
        <a:bodyPr/>
        <a:lstStyle/>
        <a:p>
          <a:endParaRPr lang="en-US"/>
        </a:p>
      </dgm:t>
    </dgm:pt>
    <dgm:pt modelId="{1C5BAB9B-BB48-4B47-A812-CE2FDAEA810D}" type="sibTrans" cxnId="{7AD21AC2-3A1A-4549-A184-08F87115665D}">
      <dgm:prSet/>
      <dgm:spPr/>
      <dgm:t>
        <a:bodyPr/>
        <a:lstStyle/>
        <a:p>
          <a:endParaRPr lang="en-US"/>
        </a:p>
      </dgm:t>
    </dgm:pt>
    <dgm:pt modelId="{B2BF6FD5-E780-4C71-9BA4-5375C53EF574}">
      <dgm:prSet phldrT="[Text]"/>
      <dgm:spPr/>
      <dgm:t>
        <a:bodyPr/>
        <a:lstStyle/>
        <a:p>
          <a:r>
            <a:rPr lang="en-US" noProof="0" dirty="0"/>
            <a:t>Data Handling</a:t>
          </a:r>
        </a:p>
      </dgm:t>
    </dgm:pt>
    <dgm:pt modelId="{E3AA8239-3590-4F3F-99CF-1BEEE0C2516C}" type="parTrans" cxnId="{8815F52F-5068-4949-98AA-BAE72CA41D37}">
      <dgm:prSet/>
      <dgm:spPr/>
      <dgm:t>
        <a:bodyPr/>
        <a:lstStyle/>
        <a:p>
          <a:endParaRPr lang="en-US"/>
        </a:p>
      </dgm:t>
    </dgm:pt>
    <dgm:pt modelId="{B7E56C93-E8D9-4A5D-97A6-9ADAF0FB4A99}" type="sibTrans" cxnId="{8815F52F-5068-4949-98AA-BAE72CA41D37}">
      <dgm:prSet/>
      <dgm:spPr/>
      <dgm:t>
        <a:bodyPr/>
        <a:lstStyle/>
        <a:p>
          <a:endParaRPr lang="en-US"/>
        </a:p>
      </dgm:t>
    </dgm:pt>
    <dgm:pt modelId="{AB7FA61E-EF26-4C33-809D-40631FAE4C17}">
      <dgm:prSet phldrT="[Text]"/>
      <dgm:spPr/>
      <dgm:t>
        <a:bodyPr/>
        <a:lstStyle/>
        <a:p>
          <a:r>
            <a:rPr lang="en-US" noProof="0" dirty="0"/>
            <a:t>Best-Effort System: Unpredictable performance</a:t>
          </a:r>
        </a:p>
      </dgm:t>
    </dgm:pt>
    <dgm:pt modelId="{7BD2359F-85D1-491F-B427-4758F880D420}" type="parTrans" cxnId="{C5F1CE0C-A490-4CB1-9ABB-DCE5A7F03C80}">
      <dgm:prSet/>
      <dgm:spPr/>
      <dgm:t>
        <a:bodyPr/>
        <a:lstStyle/>
        <a:p>
          <a:endParaRPr lang="en-US"/>
        </a:p>
      </dgm:t>
    </dgm:pt>
    <dgm:pt modelId="{014E7CB7-B290-4E0B-A6B9-59C76463E2D0}" type="sibTrans" cxnId="{C5F1CE0C-A490-4CB1-9ABB-DCE5A7F03C80}">
      <dgm:prSet/>
      <dgm:spPr/>
      <dgm:t>
        <a:bodyPr/>
        <a:lstStyle/>
        <a:p>
          <a:endParaRPr lang="en-US"/>
        </a:p>
      </dgm:t>
    </dgm:pt>
    <dgm:pt modelId="{F66CD980-C937-4C4E-A2A0-EB90A7102B4A}">
      <dgm:prSet phldrT="[Text]"/>
      <dgm:spPr/>
      <dgm:t>
        <a:bodyPr/>
        <a:lstStyle/>
        <a:p>
          <a:r>
            <a:rPr lang="en-US" noProof="0" dirty="0"/>
            <a:t>Real-Time System: Guaranteed execution times</a:t>
          </a:r>
        </a:p>
      </dgm:t>
    </dgm:pt>
    <dgm:pt modelId="{FDAFDBDA-BD1D-45D4-AACB-D2FF2BB9649D}" type="parTrans" cxnId="{1A501418-9DAC-4F89-BCE5-045C85EA0A4F}">
      <dgm:prSet/>
      <dgm:spPr/>
      <dgm:t>
        <a:bodyPr/>
        <a:lstStyle/>
        <a:p>
          <a:endParaRPr lang="en-US"/>
        </a:p>
      </dgm:t>
    </dgm:pt>
    <dgm:pt modelId="{B28CEAF2-5059-444E-9B49-CA677EF18C9C}" type="sibTrans" cxnId="{1A501418-9DAC-4F89-BCE5-045C85EA0A4F}">
      <dgm:prSet/>
      <dgm:spPr/>
      <dgm:t>
        <a:bodyPr/>
        <a:lstStyle/>
        <a:p>
          <a:endParaRPr lang="en-US"/>
        </a:p>
      </dgm:t>
    </dgm:pt>
    <dgm:pt modelId="{ABB4B154-ECA0-46A3-AD81-BCCBFB4FCEFF}">
      <dgm:prSet/>
      <dgm:spPr/>
      <dgm:t>
        <a:bodyPr/>
        <a:lstStyle/>
        <a:p>
          <a:r>
            <a:rPr lang="en-US" noProof="0" dirty="0"/>
            <a:t>Mainframes: handle large-scale processing</a:t>
          </a:r>
        </a:p>
      </dgm:t>
    </dgm:pt>
    <dgm:pt modelId="{D9986E62-BD96-4B5E-B015-B4533100FD5D}" type="parTrans" cxnId="{D0E31BA1-A845-43A6-BCE3-FCE1E6FD146E}">
      <dgm:prSet/>
      <dgm:spPr/>
      <dgm:t>
        <a:bodyPr/>
        <a:lstStyle/>
        <a:p>
          <a:endParaRPr lang="en-US"/>
        </a:p>
      </dgm:t>
    </dgm:pt>
    <dgm:pt modelId="{E3B6A8DD-F0EA-4764-BC96-52583B5DC90D}" type="sibTrans" cxnId="{D0E31BA1-A845-43A6-BCE3-FCE1E6FD146E}">
      <dgm:prSet/>
      <dgm:spPr/>
      <dgm:t>
        <a:bodyPr/>
        <a:lstStyle/>
        <a:p>
          <a:endParaRPr lang="en-US"/>
        </a:p>
      </dgm:t>
    </dgm:pt>
    <dgm:pt modelId="{2F65D458-A72B-4223-918D-A165D34BC491}">
      <dgm:prSet/>
      <dgm:spPr/>
      <dgm:t>
        <a:bodyPr/>
        <a:lstStyle/>
        <a:p>
          <a:r>
            <a:rPr lang="en-US" noProof="0" dirty="0"/>
            <a:t>Minicomputers: devices support multiple concurrent users</a:t>
          </a:r>
        </a:p>
      </dgm:t>
    </dgm:pt>
    <dgm:pt modelId="{31B22698-8E24-4766-B1C5-A6D6EAA4E153}" type="parTrans" cxnId="{B2C29065-642C-4D56-B34A-A65462A85165}">
      <dgm:prSet/>
      <dgm:spPr/>
      <dgm:t>
        <a:bodyPr/>
        <a:lstStyle/>
        <a:p>
          <a:endParaRPr lang="en-US"/>
        </a:p>
      </dgm:t>
    </dgm:pt>
    <dgm:pt modelId="{2420FA6D-9E42-4450-ABEA-CA6B78CF3182}" type="sibTrans" cxnId="{B2C29065-642C-4D56-B34A-A65462A85165}">
      <dgm:prSet/>
      <dgm:spPr/>
      <dgm:t>
        <a:bodyPr/>
        <a:lstStyle/>
        <a:p>
          <a:endParaRPr lang="en-US"/>
        </a:p>
      </dgm:t>
    </dgm:pt>
    <dgm:pt modelId="{3F60D885-82E3-484A-8F3F-F5A5DF13CD8E}">
      <dgm:prSet/>
      <dgm:spPr/>
      <dgm:t>
        <a:bodyPr/>
        <a:lstStyle/>
        <a:p>
          <a:r>
            <a:rPr lang="en-US" noProof="0" dirty="0"/>
            <a:t>Embedded systems: specific-purpose devices</a:t>
          </a:r>
        </a:p>
      </dgm:t>
    </dgm:pt>
    <dgm:pt modelId="{CD5DE7E8-DEC3-45AC-9B1A-61441D3A248C}" type="parTrans" cxnId="{90E4CA1F-5296-401C-BA55-48A867765FF2}">
      <dgm:prSet/>
      <dgm:spPr/>
      <dgm:t>
        <a:bodyPr/>
        <a:lstStyle/>
        <a:p>
          <a:endParaRPr lang="en-US"/>
        </a:p>
      </dgm:t>
    </dgm:pt>
    <dgm:pt modelId="{1B8EF10B-D127-4812-956F-9ABCE66AC3F5}" type="sibTrans" cxnId="{90E4CA1F-5296-401C-BA55-48A867765FF2}">
      <dgm:prSet/>
      <dgm:spPr/>
      <dgm:t>
        <a:bodyPr/>
        <a:lstStyle/>
        <a:p>
          <a:endParaRPr lang="en-US"/>
        </a:p>
      </dgm:t>
    </dgm:pt>
    <dgm:pt modelId="{0CDC0307-4DA3-468C-8130-B174A6424167}">
      <dgm:prSet phldrT="[Text]"/>
      <dgm:spPr/>
      <dgm:t>
        <a:bodyPr/>
        <a:lstStyle/>
        <a:p>
          <a:r>
            <a:rPr lang="en-US" noProof="0" dirty="0"/>
            <a:t>Supercomputers: extremely fast, parallel systems</a:t>
          </a:r>
        </a:p>
      </dgm:t>
    </dgm:pt>
    <dgm:pt modelId="{D5EA8F9B-3615-4F3F-A737-938D03EE5D08}" type="parTrans" cxnId="{0698E044-62DC-4C16-8D27-49C82AA85E99}">
      <dgm:prSet/>
      <dgm:spPr/>
      <dgm:t>
        <a:bodyPr/>
        <a:lstStyle/>
        <a:p>
          <a:endParaRPr lang="en-US"/>
        </a:p>
      </dgm:t>
    </dgm:pt>
    <dgm:pt modelId="{18B755D5-4470-4C93-8665-C44A14D904CD}" type="sibTrans" cxnId="{0698E044-62DC-4C16-8D27-49C82AA85E99}">
      <dgm:prSet/>
      <dgm:spPr/>
      <dgm:t>
        <a:bodyPr/>
        <a:lstStyle/>
        <a:p>
          <a:endParaRPr lang="en-US"/>
        </a:p>
      </dgm:t>
    </dgm:pt>
    <dgm:pt modelId="{C55C6C0A-9179-4C59-8557-8CA4223DDE6E}">
      <dgm:prSet/>
      <dgm:spPr/>
      <dgm:t>
        <a:bodyPr/>
        <a:lstStyle/>
        <a:p>
          <a:r>
            <a:rPr lang="en-US" noProof="0" dirty="0"/>
            <a:t>Microcomputers: devices support one user; laptops, desktops</a:t>
          </a:r>
        </a:p>
      </dgm:t>
    </dgm:pt>
    <dgm:pt modelId="{4BFE7869-0C1C-4471-A914-146B686E495D}" type="parTrans" cxnId="{54210A08-1E73-4D2E-A898-172D03106987}">
      <dgm:prSet/>
      <dgm:spPr/>
      <dgm:t>
        <a:bodyPr/>
        <a:lstStyle/>
        <a:p>
          <a:endParaRPr lang="en-US"/>
        </a:p>
      </dgm:t>
    </dgm:pt>
    <dgm:pt modelId="{200A4936-1ABF-4926-99A3-019107600C67}" type="sibTrans" cxnId="{54210A08-1E73-4D2E-A898-172D03106987}">
      <dgm:prSet/>
      <dgm:spPr/>
      <dgm:t>
        <a:bodyPr/>
        <a:lstStyle/>
        <a:p>
          <a:endParaRPr lang="en-US"/>
        </a:p>
      </dgm:t>
    </dgm:pt>
    <dgm:pt modelId="{C605D0D5-C473-4ED6-96DA-7F9A6BAAE362}">
      <dgm:prSet phldrT="[Text]"/>
      <dgm:spPr/>
      <dgm:t>
        <a:bodyPr/>
        <a:lstStyle/>
        <a:p>
          <a:r>
            <a:rPr lang="en-US" noProof="0" dirty="0"/>
            <a:t>Location</a:t>
          </a:r>
        </a:p>
      </dgm:t>
    </dgm:pt>
    <dgm:pt modelId="{4808114A-F25E-4686-9ACF-2C3C3F01E898}" type="parTrans" cxnId="{5220175B-F119-4BFF-B522-D7A1DB8B8392}">
      <dgm:prSet/>
      <dgm:spPr/>
      <dgm:t>
        <a:bodyPr/>
        <a:lstStyle/>
        <a:p>
          <a:endParaRPr lang="en-US"/>
        </a:p>
      </dgm:t>
    </dgm:pt>
    <dgm:pt modelId="{2C797C57-199F-493E-9BDD-AE96EED49951}" type="sibTrans" cxnId="{5220175B-F119-4BFF-B522-D7A1DB8B8392}">
      <dgm:prSet/>
      <dgm:spPr/>
      <dgm:t>
        <a:bodyPr/>
        <a:lstStyle/>
        <a:p>
          <a:endParaRPr lang="en-US"/>
        </a:p>
      </dgm:t>
    </dgm:pt>
    <dgm:pt modelId="{55EBA2C6-44AC-4E99-9678-3165EDCE214E}">
      <dgm:prSet phldrT="[Text]"/>
      <dgm:spPr/>
      <dgm:t>
        <a:bodyPr/>
        <a:lstStyle/>
        <a:p>
          <a:r>
            <a:rPr lang="en-US" noProof="0" dirty="0"/>
            <a:t>Local System: All components locally available</a:t>
          </a:r>
        </a:p>
      </dgm:t>
    </dgm:pt>
    <dgm:pt modelId="{14AD0B74-6B6D-4278-A1E9-3EE46DEF5DF6}" type="parTrans" cxnId="{D58554E2-2AE2-4BC7-BC21-393498784956}">
      <dgm:prSet/>
      <dgm:spPr/>
      <dgm:t>
        <a:bodyPr/>
        <a:lstStyle/>
        <a:p>
          <a:endParaRPr lang="en-US"/>
        </a:p>
      </dgm:t>
    </dgm:pt>
    <dgm:pt modelId="{AEF95541-BB87-4D7B-B48A-49F6C7866E0E}" type="sibTrans" cxnId="{D58554E2-2AE2-4BC7-BC21-393498784956}">
      <dgm:prSet/>
      <dgm:spPr/>
      <dgm:t>
        <a:bodyPr/>
        <a:lstStyle/>
        <a:p>
          <a:endParaRPr lang="en-US"/>
        </a:p>
      </dgm:t>
    </dgm:pt>
    <dgm:pt modelId="{2D70E40D-69E6-4F93-9689-42994947B1E9}">
      <dgm:prSet phldrT="[Text]"/>
      <dgm:spPr/>
      <dgm:t>
        <a:bodyPr/>
        <a:lstStyle/>
        <a:p>
          <a:r>
            <a:rPr lang="en-US" noProof="0" dirty="0"/>
            <a:t>Distributed System: Geographically separation of computation/storage</a:t>
          </a:r>
        </a:p>
      </dgm:t>
    </dgm:pt>
    <dgm:pt modelId="{39FC18BD-978D-4D02-B008-7B8C50691E55}" type="parTrans" cxnId="{3BF4E4CA-C4B7-4E37-8489-EF59DBF54D89}">
      <dgm:prSet/>
      <dgm:spPr/>
      <dgm:t>
        <a:bodyPr/>
        <a:lstStyle/>
        <a:p>
          <a:endParaRPr lang="en-US"/>
        </a:p>
      </dgm:t>
    </dgm:pt>
    <dgm:pt modelId="{D75DEC81-8D38-42CA-8A5C-394DD1EE9921}" type="sibTrans" cxnId="{3BF4E4CA-C4B7-4E37-8489-EF59DBF54D89}">
      <dgm:prSet/>
      <dgm:spPr/>
      <dgm:t>
        <a:bodyPr/>
        <a:lstStyle/>
        <a:p>
          <a:endParaRPr lang="en-US"/>
        </a:p>
      </dgm:t>
    </dgm:pt>
    <dgm:pt modelId="{0155115E-18DF-4C23-B797-D0343A76C80C}" type="pres">
      <dgm:prSet presAssocID="{3E2F6108-9D20-463D-93B5-B2DD6AC4B81C}" presName="theList" presStyleCnt="0">
        <dgm:presLayoutVars>
          <dgm:dir/>
          <dgm:animLvl val="lvl"/>
          <dgm:resizeHandles val="exact"/>
        </dgm:presLayoutVars>
      </dgm:prSet>
      <dgm:spPr/>
    </dgm:pt>
    <dgm:pt modelId="{FBD35EB9-C484-4E1C-82CB-CB1B48D99C7D}" type="pres">
      <dgm:prSet presAssocID="{6E14BBDE-DD83-4046-95BA-81D5D4F26130}" presName="compNode" presStyleCnt="0"/>
      <dgm:spPr/>
    </dgm:pt>
    <dgm:pt modelId="{7CFF569B-7A13-47AA-AECD-046F35DFBD1B}" type="pres">
      <dgm:prSet presAssocID="{6E14BBDE-DD83-4046-95BA-81D5D4F26130}" presName="aNode" presStyleLbl="bgShp" presStyleIdx="0" presStyleCnt="4"/>
      <dgm:spPr/>
    </dgm:pt>
    <dgm:pt modelId="{59AC0BFB-A0BC-49FB-A67F-3C6586F4E270}" type="pres">
      <dgm:prSet presAssocID="{6E14BBDE-DD83-4046-95BA-81D5D4F26130}" presName="textNode" presStyleLbl="bgShp" presStyleIdx="0" presStyleCnt="4"/>
      <dgm:spPr/>
    </dgm:pt>
    <dgm:pt modelId="{304EE20E-35E3-4C3E-9F2B-9C30F1252E00}" type="pres">
      <dgm:prSet presAssocID="{6E14BBDE-DD83-4046-95BA-81D5D4F26130}" presName="compChildNode" presStyleCnt="0"/>
      <dgm:spPr/>
    </dgm:pt>
    <dgm:pt modelId="{D8E6D8F1-7FCF-4F40-BFAE-95CEEC87FBE5}" type="pres">
      <dgm:prSet presAssocID="{6E14BBDE-DD83-4046-95BA-81D5D4F26130}" presName="theInnerList" presStyleCnt="0"/>
      <dgm:spPr/>
    </dgm:pt>
    <dgm:pt modelId="{E83CBA0C-6297-4FCF-AFB0-F482670E6CE3}" type="pres">
      <dgm:prSet presAssocID="{0CDC0307-4DA3-468C-8130-B174A6424167}" presName="childNode" presStyleLbl="node1" presStyleIdx="0" presStyleCnt="11">
        <dgm:presLayoutVars>
          <dgm:bulletEnabled val="1"/>
        </dgm:presLayoutVars>
      </dgm:prSet>
      <dgm:spPr/>
    </dgm:pt>
    <dgm:pt modelId="{830AED6A-CE12-456B-9DB7-CF8D6D2E5E31}" type="pres">
      <dgm:prSet presAssocID="{0CDC0307-4DA3-468C-8130-B174A6424167}" presName="aSpace2" presStyleCnt="0"/>
      <dgm:spPr/>
    </dgm:pt>
    <dgm:pt modelId="{5219C896-493A-404C-B874-D0A9E926FFB9}" type="pres">
      <dgm:prSet presAssocID="{ABB4B154-ECA0-46A3-AD81-BCCBFB4FCEFF}" presName="childNode" presStyleLbl="node1" presStyleIdx="1" presStyleCnt="11">
        <dgm:presLayoutVars>
          <dgm:bulletEnabled val="1"/>
        </dgm:presLayoutVars>
      </dgm:prSet>
      <dgm:spPr/>
    </dgm:pt>
    <dgm:pt modelId="{33327E1A-5DAE-45D5-9FB8-85C26E6C5250}" type="pres">
      <dgm:prSet presAssocID="{ABB4B154-ECA0-46A3-AD81-BCCBFB4FCEFF}" presName="aSpace2" presStyleCnt="0"/>
      <dgm:spPr/>
    </dgm:pt>
    <dgm:pt modelId="{EFA8A919-E226-463B-897F-712890A650B3}" type="pres">
      <dgm:prSet presAssocID="{2F65D458-A72B-4223-918D-A165D34BC491}" presName="childNode" presStyleLbl="node1" presStyleIdx="2" presStyleCnt="11">
        <dgm:presLayoutVars>
          <dgm:bulletEnabled val="1"/>
        </dgm:presLayoutVars>
      </dgm:prSet>
      <dgm:spPr/>
    </dgm:pt>
    <dgm:pt modelId="{01BACBD9-4A3C-4666-B86B-6B06DE249169}" type="pres">
      <dgm:prSet presAssocID="{2F65D458-A72B-4223-918D-A165D34BC491}" presName="aSpace2" presStyleCnt="0"/>
      <dgm:spPr/>
    </dgm:pt>
    <dgm:pt modelId="{D8645C4D-2516-462D-84B3-D8B8520391FD}" type="pres">
      <dgm:prSet presAssocID="{C55C6C0A-9179-4C59-8557-8CA4223DDE6E}" presName="childNode" presStyleLbl="node1" presStyleIdx="3" presStyleCnt="11">
        <dgm:presLayoutVars>
          <dgm:bulletEnabled val="1"/>
        </dgm:presLayoutVars>
      </dgm:prSet>
      <dgm:spPr/>
    </dgm:pt>
    <dgm:pt modelId="{0A3FC636-6B24-4C9D-9E87-8A1D2E6A7192}" type="pres">
      <dgm:prSet presAssocID="{C55C6C0A-9179-4C59-8557-8CA4223DDE6E}" presName="aSpace2" presStyleCnt="0"/>
      <dgm:spPr/>
    </dgm:pt>
    <dgm:pt modelId="{9DA06174-FCE6-47EF-AD09-D6AB68EA81E6}" type="pres">
      <dgm:prSet presAssocID="{3F60D885-82E3-484A-8F3F-F5A5DF13CD8E}" presName="childNode" presStyleLbl="node1" presStyleIdx="4" presStyleCnt="11">
        <dgm:presLayoutVars>
          <dgm:bulletEnabled val="1"/>
        </dgm:presLayoutVars>
      </dgm:prSet>
      <dgm:spPr/>
    </dgm:pt>
    <dgm:pt modelId="{4C10003E-34ED-4E3C-A52E-8C8DD02135A2}" type="pres">
      <dgm:prSet presAssocID="{6E14BBDE-DD83-4046-95BA-81D5D4F26130}" presName="aSpace" presStyleCnt="0"/>
      <dgm:spPr/>
    </dgm:pt>
    <dgm:pt modelId="{11600700-FFAD-46FC-B8FE-7946E0725111}" type="pres">
      <dgm:prSet presAssocID="{AC0B636A-9E1D-48CE-8E53-0017F065145C}" presName="compNode" presStyleCnt="0"/>
      <dgm:spPr/>
    </dgm:pt>
    <dgm:pt modelId="{27109F9A-7FE4-405F-858B-1782C1A2D7CF}" type="pres">
      <dgm:prSet presAssocID="{AC0B636A-9E1D-48CE-8E53-0017F065145C}" presName="aNode" presStyleLbl="bgShp" presStyleIdx="1" presStyleCnt="4"/>
      <dgm:spPr/>
    </dgm:pt>
    <dgm:pt modelId="{32BBFE5A-63DF-45EC-A1BE-32245BCF2750}" type="pres">
      <dgm:prSet presAssocID="{AC0B636A-9E1D-48CE-8E53-0017F065145C}" presName="textNode" presStyleLbl="bgShp" presStyleIdx="1" presStyleCnt="4"/>
      <dgm:spPr/>
    </dgm:pt>
    <dgm:pt modelId="{8829E1B3-2070-4C17-A018-EE12BB2A4665}" type="pres">
      <dgm:prSet presAssocID="{AC0B636A-9E1D-48CE-8E53-0017F065145C}" presName="compChildNode" presStyleCnt="0"/>
      <dgm:spPr/>
    </dgm:pt>
    <dgm:pt modelId="{B4CE5612-3A3F-4D04-B362-14EE6CA8C1DD}" type="pres">
      <dgm:prSet presAssocID="{AC0B636A-9E1D-48CE-8E53-0017F065145C}" presName="theInnerList" presStyleCnt="0"/>
      <dgm:spPr/>
    </dgm:pt>
    <dgm:pt modelId="{CA149860-D637-41DB-A5D9-601645166567}" type="pres">
      <dgm:prSet presAssocID="{7CD6448F-40E8-44D2-A259-AFEB90BA1870}" presName="childNode" presStyleLbl="node1" presStyleIdx="5" presStyleCnt="11">
        <dgm:presLayoutVars>
          <dgm:bulletEnabled val="1"/>
        </dgm:presLayoutVars>
      </dgm:prSet>
      <dgm:spPr/>
    </dgm:pt>
    <dgm:pt modelId="{891C6594-5FBF-49FF-8D57-82D73054A5C5}" type="pres">
      <dgm:prSet presAssocID="{7CD6448F-40E8-44D2-A259-AFEB90BA1870}" presName="aSpace2" presStyleCnt="0"/>
      <dgm:spPr/>
    </dgm:pt>
    <dgm:pt modelId="{B8430598-3A9F-45CB-9900-2F9C611ABF4B}" type="pres">
      <dgm:prSet presAssocID="{C22C2191-9F3B-41CC-AAF8-F1A73292DD81}" presName="childNode" presStyleLbl="node1" presStyleIdx="6" presStyleCnt="11">
        <dgm:presLayoutVars>
          <dgm:bulletEnabled val="1"/>
        </dgm:presLayoutVars>
      </dgm:prSet>
      <dgm:spPr/>
    </dgm:pt>
    <dgm:pt modelId="{5346DBE5-8DBA-43E0-A9C2-8F3E3D961A9E}" type="pres">
      <dgm:prSet presAssocID="{AC0B636A-9E1D-48CE-8E53-0017F065145C}" presName="aSpace" presStyleCnt="0"/>
      <dgm:spPr/>
    </dgm:pt>
    <dgm:pt modelId="{8B83ED8B-DCEA-45A6-A207-1CC483D9C996}" type="pres">
      <dgm:prSet presAssocID="{B2BF6FD5-E780-4C71-9BA4-5375C53EF574}" presName="compNode" presStyleCnt="0"/>
      <dgm:spPr/>
    </dgm:pt>
    <dgm:pt modelId="{14A6A743-AAC6-420F-885E-C634404CC684}" type="pres">
      <dgm:prSet presAssocID="{B2BF6FD5-E780-4C71-9BA4-5375C53EF574}" presName="aNode" presStyleLbl="bgShp" presStyleIdx="2" presStyleCnt="4"/>
      <dgm:spPr/>
    </dgm:pt>
    <dgm:pt modelId="{8BE3BA81-C981-463B-A9BB-D25940C2D408}" type="pres">
      <dgm:prSet presAssocID="{B2BF6FD5-E780-4C71-9BA4-5375C53EF574}" presName="textNode" presStyleLbl="bgShp" presStyleIdx="2" presStyleCnt="4"/>
      <dgm:spPr/>
    </dgm:pt>
    <dgm:pt modelId="{83169303-E6CC-4E3E-AF45-7FDA680A40E7}" type="pres">
      <dgm:prSet presAssocID="{B2BF6FD5-E780-4C71-9BA4-5375C53EF574}" presName="compChildNode" presStyleCnt="0"/>
      <dgm:spPr/>
    </dgm:pt>
    <dgm:pt modelId="{68B4349D-5AEE-4D4E-9271-07A003992768}" type="pres">
      <dgm:prSet presAssocID="{B2BF6FD5-E780-4C71-9BA4-5375C53EF574}" presName="theInnerList" presStyleCnt="0"/>
      <dgm:spPr/>
    </dgm:pt>
    <dgm:pt modelId="{1C9A5457-DEA5-4C9E-8F0D-76D278AE372E}" type="pres">
      <dgm:prSet presAssocID="{AB7FA61E-EF26-4C33-809D-40631FAE4C17}" presName="childNode" presStyleLbl="node1" presStyleIdx="7" presStyleCnt="11">
        <dgm:presLayoutVars>
          <dgm:bulletEnabled val="1"/>
        </dgm:presLayoutVars>
      </dgm:prSet>
      <dgm:spPr/>
    </dgm:pt>
    <dgm:pt modelId="{3CCDE025-DC3C-4760-B428-B60660C72418}" type="pres">
      <dgm:prSet presAssocID="{AB7FA61E-EF26-4C33-809D-40631FAE4C17}" presName="aSpace2" presStyleCnt="0"/>
      <dgm:spPr/>
    </dgm:pt>
    <dgm:pt modelId="{5B06ABEF-6397-419C-8D29-12E640728A5D}" type="pres">
      <dgm:prSet presAssocID="{F66CD980-C937-4C4E-A2A0-EB90A7102B4A}" presName="childNode" presStyleLbl="node1" presStyleIdx="8" presStyleCnt="11">
        <dgm:presLayoutVars>
          <dgm:bulletEnabled val="1"/>
        </dgm:presLayoutVars>
      </dgm:prSet>
      <dgm:spPr/>
    </dgm:pt>
    <dgm:pt modelId="{88D950AD-F762-440C-958B-922792E89245}" type="pres">
      <dgm:prSet presAssocID="{B2BF6FD5-E780-4C71-9BA4-5375C53EF574}" presName="aSpace" presStyleCnt="0"/>
      <dgm:spPr/>
    </dgm:pt>
    <dgm:pt modelId="{63C6B8D6-387D-4703-9665-1AA7D42FA69D}" type="pres">
      <dgm:prSet presAssocID="{C605D0D5-C473-4ED6-96DA-7F9A6BAAE362}" presName="compNode" presStyleCnt="0"/>
      <dgm:spPr/>
    </dgm:pt>
    <dgm:pt modelId="{A62924B8-CA01-43EE-827F-EAA063557894}" type="pres">
      <dgm:prSet presAssocID="{C605D0D5-C473-4ED6-96DA-7F9A6BAAE362}" presName="aNode" presStyleLbl="bgShp" presStyleIdx="3" presStyleCnt="4"/>
      <dgm:spPr/>
    </dgm:pt>
    <dgm:pt modelId="{58DCAF7B-039F-4D7F-AD16-68F638ABC20C}" type="pres">
      <dgm:prSet presAssocID="{C605D0D5-C473-4ED6-96DA-7F9A6BAAE362}" presName="textNode" presStyleLbl="bgShp" presStyleIdx="3" presStyleCnt="4"/>
      <dgm:spPr/>
    </dgm:pt>
    <dgm:pt modelId="{C8062EA0-787E-49DF-B118-9C6E63C938DD}" type="pres">
      <dgm:prSet presAssocID="{C605D0D5-C473-4ED6-96DA-7F9A6BAAE362}" presName="compChildNode" presStyleCnt="0"/>
      <dgm:spPr/>
    </dgm:pt>
    <dgm:pt modelId="{618F079B-70BC-40D4-A036-F8EAC83F856E}" type="pres">
      <dgm:prSet presAssocID="{C605D0D5-C473-4ED6-96DA-7F9A6BAAE362}" presName="theInnerList" presStyleCnt="0"/>
      <dgm:spPr/>
    </dgm:pt>
    <dgm:pt modelId="{7C59A404-06C5-40B3-A114-8E6C8EAF50EF}" type="pres">
      <dgm:prSet presAssocID="{55EBA2C6-44AC-4E99-9678-3165EDCE214E}" presName="childNode" presStyleLbl="node1" presStyleIdx="9" presStyleCnt="11">
        <dgm:presLayoutVars>
          <dgm:bulletEnabled val="1"/>
        </dgm:presLayoutVars>
      </dgm:prSet>
      <dgm:spPr/>
    </dgm:pt>
    <dgm:pt modelId="{1AB49C36-E01F-4083-B605-19579AC8FF87}" type="pres">
      <dgm:prSet presAssocID="{55EBA2C6-44AC-4E99-9678-3165EDCE214E}" presName="aSpace2" presStyleCnt="0"/>
      <dgm:spPr/>
    </dgm:pt>
    <dgm:pt modelId="{216F2A96-E38C-4C82-A5CD-8E69177A618D}" type="pres">
      <dgm:prSet presAssocID="{2D70E40D-69E6-4F93-9689-42994947B1E9}" presName="childNode" presStyleLbl="node1" presStyleIdx="10" presStyleCnt="11">
        <dgm:presLayoutVars>
          <dgm:bulletEnabled val="1"/>
        </dgm:presLayoutVars>
      </dgm:prSet>
      <dgm:spPr/>
    </dgm:pt>
  </dgm:ptLst>
  <dgm:cxnLst>
    <dgm:cxn modelId="{2EBD7604-B0BB-4AE6-AB19-26AE10B74024}" type="presOf" srcId="{3E2F6108-9D20-463D-93B5-B2DD6AC4B81C}" destId="{0155115E-18DF-4C23-B797-D0343A76C80C}" srcOrd="0" destOrd="0" presId="urn:microsoft.com/office/officeart/2005/8/layout/lProcess2"/>
    <dgm:cxn modelId="{8C5E0708-B128-4309-91A0-713CF04088C8}" type="presOf" srcId="{C55C6C0A-9179-4C59-8557-8CA4223DDE6E}" destId="{D8645C4D-2516-462D-84B3-D8B8520391FD}" srcOrd="0" destOrd="0" presId="urn:microsoft.com/office/officeart/2005/8/layout/lProcess2"/>
    <dgm:cxn modelId="{54210A08-1E73-4D2E-A898-172D03106987}" srcId="{6E14BBDE-DD83-4046-95BA-81D5D4F26130}" destId="{C55C6C0A-9179-4C59-8557-8CA4223DDE6E}" srcOrd="3" destOrd="0" parTransId="{4BFE7869-0C1C-4471-A914-146B686E495D}" sibTransId="{200A4936-1ABF-4926-99A3-019107600C67}"/>
    <dgm:cxn modelId="{C5F1CE0C-A490-4CB1-9ABB-DCE5A7F03C80}" srcId="{B2BF6FD5-E780-4C71-9BA4-5375C53EF574}" destId="{AB7FA61E-EF26-4C33-809D-40631FAE4C17}" srcOrd="0" destOrd="0" parTransId="{7BD2359F-85D1-491F-B427-4758F880D420}" sibTransId="{014E7CB7-B290-4E0B-A6B9-59C76463E2D0}"/>
    <dgm:cxn modelId="{6956B110-4C35-469C-B43A-25831CC1B8D6}" type="presOf" srcId="{6E14BBDE-DD83-4046-95BA-81D5D4F26130}" destId="{59AC0BFB-A0BC-49FB-A67F-3C6586F4E270}" srcOrd="1" destOrd="0" presId="urn:microsoft.com/office/officeart/2005/8/layout/lProcess2"/>
    <dgm:cxn modelId="{1A501418-9DAC-4F89-BCE5-045C85EA0A4F}" srcId="{B2BF6FD5-E780-4C71-9BA4-5375C53EF574}" destId="{F66CD980-C937-4C4E-A2A0-EB90A7102B4A}" srcOrd="1" destOrd="0" parTransId="{FDAFDBDA-BD1D-45D4-AACB-D2FF2BB9649D}" sibTransId="{B28CEAF2-5059-444E-9B49-CA677EF18C9C}"/>
    <dgm:cxn modelId="{90E4CA1F-5296-401C-BA55-48A867765FF2}" srcId="{6E14BBDE-DD83-4046-95BA-81D5D4F26130}" destId="{3F60D885-82E3-484A-8F3F-F5A5DF13CD8E}" srcOrd="4" destOrd="0" parTransId="{CD5DE7E8-DEC3-45AC-9B1A-61441D3A248C}" sibTransId="{1B8EF10B-D127-4812-956F-9ABCE66AC3F5}"/>
    <dgm:cxn modelId="{8B7A502F-9FF1-4690-B02A-60B7E7DC2628}" srcId="{AC0B636A-9E1D-48CE-8E53-0017F065145C}" destId="{7CD6448F-40E8-44D2-A259-AFEB90BA1870}" srcOrd="0" destOrd="0" parTransId="{D99875A4-3A24-417B-B921-2E06ADC01155}" sibTransId="{632AED58-E716-459E-990D-7CDB0A55C93B}"/>
    <dgm:cxn modelId="{8815F52F-5068-4949-98AA-BAE72CA41D37}" srcId="{3E2F6108-9D20-463D-93B5-B2DD6AC4B81C}" destId="{B2BF6FD5-E780-4C71-9BA4-5375C53EF574}" srcOrd="2" destOrd="0" parTransId="{E3AA8239-3590-4F3F-99CF-1BEEE0C2516C}" sibTransId="{B7E56C93-E8D9-4A5D-97A6-9ADAF0FB4A99}"/>
    <dgm:cxn modelId="{5220175B-F119-4BFF-B522-D7A1DB8B8392}" srcId="{3E2F6108-9D20-463D-93B5-B2DD6AC4B81C}" destId="{C605D0D5-C473-4ED6-96DA-7F9A6BAAE362}" srcOrd="3" destOrd="0" parTransId="{4808114A-F25E-4686-9ACF-2C3C3F01E898}" sibTransId="{2C797C57-199F-493E-9BDD-AE96EED49951}"/>
    <dgm:cxn modelId="{0698E044-62DC-4C16-8D27-49C82AA85E99}" srcId="{6E14BBDE-DD83-4046-95BA-81D5D4F26130}" destId="{0CDC0307-4DA3-468C-8130-B174A6424167}" srcOrd="0" destOrd="0" parTransId="{D5EA8F9B-3615-4F3F-A737-938D03EE5D08}" sibTransId="{18B755D5-4470-4C93-8665-C44A14D904CD}"/>
    <dgm:cxn modelId="{B2C29065-642C-4D56-B34A-A65462A85165}" srcId="{6E14BBDE-DD83-4046-95BA-81D5D4F26130}" destId="{2F65D458-A72B-4223-918D-A165D34BC491}" srcOrd="2" destOrd="0" parTransId="{31B22698-8E24-4766-B1C5-A6D6EAA4E153}" sibTransId="{2420FA6D-9E42-4450-ABEA-CA6B78CF3182}"/>
    <dgm:cxn modelId="{D8442746-CBF9-43E1-800C-05C401696413}" type="presOf" srcId="{C605D0D5-C473-4ED6-96DA-7F9A6BAAE362}" destId="{58DCAF7B-039F-4D7F-AD16-68F638ABC20C}" srcOrd="1" destOrd="0" presId="urn:microsoft.com/office/officeart/2005/8/layout/lProcess2"/>
    <dgm:cxn modelId="{682FC476-DEFA-4D7C-97AC-233E75DC42E6}" type="presOf" srcId="{ABB4B154-ECA0-46A3-AD81-BCCBFB4FCEFF}" destId="{5219C896-493A-404C-B874-D0A9E926FFB9}" srcOrd="0" destOrd="0" presId="urn:microsoft.com/office/officeart/2005/8/layout/lProcess2"/>
    <dgm:cxn modelId="{7E77C659-108D-47AB-A324-B52D0BA74DA5}" type="presOf" srcId="{C22C2191-9F3B-41CC-AAF8-F1A73292DD81}" destId="{B8430598-3A9F-45CB-9900-2F9C611ABF4B}" srcOrd="0" destOrd="0" presId="urn:microsoft.com/office/officeart/2005/8/layout/lProcess2"/>
    <dgm:cxn modelId="{6DA7BF7F-8656-4EB7-BC45-032CA206E345}" type="presOf" srcId="{7CD6448F-40E8-44D2-A259-AFEB90BA1870}" destId="{CA149860-D637-41DB-A5D9-601645166567}" srcOrd="0" destOrd="0" presId="urn:microsoft.com/office/officeart/2005/8/layout/lProcess2"/>
    <dgm:cxn modelId="{3E3E8485-7E05-4134-929D-48DFD45B4E9F}" type="presOf" srcId="{6E14BBDE-DD83-4046-95BA-81D5D4F26130}" destId="{7CFF569B-7A13-47AA-AECD-046F35DFBD1B}" srcOrd="0" destOrd="0" presId="urn:microsoft.com/office/officeart/2005/8/layout/lProcess2"/>
    <dgm:cxn modelId="{21844F8B-0290-4369-8DF0-206E1D41F63E}" type="presOf" srcId="{55EBA2C6-44AC-4E99-9678-3165EDCE214E}" destId="{7C59A404-06C5-40B3-A114-8E6C8EAF50EF}" srcOrd="0" destOrd="0" presId="urn:microsoft.com/office/officeart/2005/8/layout/lProcess2"/>
    <dgm:cxn modelId="{D0E31BA1-A845-43A6-BCE3-FCE1E6FD146E}" srcId="{6E14BBDE-DD83-4046-95BA-81D5D4F26130}" destId="{ABB4B154-ECA0-46A3-AD81-BCCBFB4FCEFF}" srcOrd="1" destOrd="0" parTransId="{D9986E62-BD96-4B5E-B015-B4533100FD5D}" sibTransId="{E3B6A8DD-F0EA-4764-BC96-52583B5DC90D}"/>
    <dgm:cxn modelId="{6EC298A5-C876-41BF-BE64-4EF8CF60EDD1}" type="presOf" srcId="{B2BF6FD5-E780-4C71-9BA4-5375C53EF574}" destId="{14A6A743-AAC6-420F-885E-C634404CC684}" srcOrd="0" destOrd="0" presId="urn:microsoft.com/office/officeart/2005/8/layout/lProcess2"/>
    <dgm:cxn modelId="{4CFFA7AB-60D5-499B-9AC6-DC32D5243FF5}" type="presOf" srcId="{B2BF6FD5-E780-4C71-9BA4-5375C53EF574}" destId="{8BE3BA81-C981-463B-A9BB-D25940C2D408}" srcOrd="1" destOrd="0" presId="urn:microsoft.com/office/officeart/2005/8/layout/lProcess2"/>
    <dgm:cxn modelId="{00A9AEC0-EA91-43E7-B6C1-EEB2ECF0A58A}" type="presOf" srcId="{AB7FA61E-EF26-4C33-809D-40631FAE4C17}" destId="{1C9A5457-DEA5-4C9E-8F0D-76D278AE372E}" srcOrd="0" destOrd="0" presId="urn:microsoft.com/office/officeart/2005/8/layout/lProcess2"/>
    <dgm:cxn modelId="{7AD21AC2-3A1A-4549-A184-08F87115665D}" srcId="{AC0B636A-9E1D-48CE-8E53-0017F065145C}" destId="{C22C2191-9F3B-41CC-AAF8-F1A73292DD81}" srcOrd="1" destOrd="0" parTransId="{138EC815-0B6A-4964-9C8C-F838358F460C}" sibTransId="{1C5BAB9B-BB48-4B47-A812-CE2FDAEA810D}"/>
    <dgm:cxn modelId="{85F8C4C8-E1F7-4069-B817-A399393DB5D8}" type="presOf" srcId="{2D70E40D-69E6-4F93-9689-42994947B1E9}" destId="{216F2A96-E38C-4C82-A5CD-8E69177A618D}" srcOrd="0" destOrd="0" presId="urn:microsoft.com/office/officeart/2005/8/layout/lProcess2"/>
    <dgm:cxn modelId="{BE5F57C9-151F-4653-9476-907086E4D900}" type="presOf" srcId="{3F60D885-82E3-484A-8F3F-F5A5DF13CD8E}" destId="{9DA06174-FCE6-47EF-AD09-D6AB68EA81E6}" srcOrd="0" destOrd="0" presId="urn:microsoft.com/office/officeart/2005/8/layout/lProcess2"/>
    <dgm:cxn modelId="{3BF4E4CA-C4B7-4E37-8489-EF59DBF54D89}" srcId="{C605D0D5-C473-4ED6-96DA-7F9A6BAAE362}" destId="{2D70E40D-69E6-4F93-9689-42994947B1E9}" srcOrd="1" destOrd="0" parTransId="{39FC18BD-978D-4D02-B008-7B8C50691E55}" sibTransId="{D75DEC81-8D38-42CA-8A5C-394DD1EE9921}"/>
    <dgm:cxn modelId="{873C49D9-2EF0-4551-952C-B5A61EAFC3DB}" type="presOf" srcId="{2F65D458-A72B-4223-918D-A165D34BC491}" destId="{EFA8A919-E226-463B-897F-712890A650B3}" srcOrd="0" destOrd="0" presId="urn:microsoft.com/office/officeart/2005/8/layout/lProcess2"/>
    <dgm:cxn modelId="{D58554E2-2AE2-4BC7-BC21-393498784956}" srcId="{C605D0D5-C473-4ED6-96DA-7F9A6BAAE362}" destId="{55EBA2C6-44AC-4E99-9678-3165EDCE214E}" srcOrd="0" destOrd="0" parTransId="{14AD0B74-6B6D-4278-A1E9-3EE46DEF5DF6}" sibTransId="{AEF95541-BB87-4D7B-B48A-49F6C7866E0E}"/>
    <dgm:cxn modelId="{7113CAE6-FD04-4A74-892C-14271079ECF5}" srcId="{3E2F6108-9D20-463D-93B5-B2DD6AC4B81C}" destId="{AC0B636A-9E1D-48CE-8E53-0017F065145C}" srcOrd="1" destOrd="0" parTransId="{1B66AB5D-9FE7-4F9C-BB73-CF6E172E3EC9}" sibTransId="{81288EFC-3558-477A-9751-67217D7B406D}"/>
    <dgm:cxn modelId="{3940F6EC-1466-4EF5-8772-D1DC6BF3EB81}" type="presOf" srcId="{AC0B636A-9E1D-48CE-8E53-0017F065145C}" destId="{27109F9A-7FE4-405F-858B-1782C1A2D7CF}" srcOrd="0" destOrd="0" presId="urn:microsoft.com/office/officeart/2005/8/layout/lProcess2"/>
    <dgm:cxn modelId="{1BFCB8EF-738C-4393-870B-205500FCB998}" type="presOf" srcId="{C605D0D5-C473-4ED6-96DA-7F9A6BAAE362}" destId="{A62924B8-CA01-43EE-827F-EAA063557894}" srcOrd="0" destOrd="0" presId="urn:microsoft.com/office/officeart/2005/8/layout/lProcess2"/>
    <dgm:cxn modelId="{9DCB5AF0-7EB3-4C4D-9C84-EBF06031B3CE}" type="presOf" srcId="{0CDC0307-4DA3-468C-8130-B174A6424167}" destId="{E83CBA0C-6297-4FCF-AFB0-F482670E6CE3}" srcOrd="0" destOrd="0" presId="urn:microsoft.com/office/officeart/2005/8/layout/lProcess2"/>
    <dgm:cxn modelId="{E77A2BF4-5955-4E5E-B741-6C278559279D}" type="presOf" srcId="{AC0B636A-9E1D-48CE-8E53-0017F065145C}" destId="{32BBFE5A-63DF-45EC-A1BE-32245BCF2750}" srcOrd="1" destOrd="0" presId="urn:microsoft.com/office/officeart/2005/8/layout/lProcess2"/>
    <dgm:cxn modelId="{D67E30FB-E86C-4298-85FC-B618FAF91A4F}" type="presOf" srcId="{F66CD980-C937-4C4E-A2A0-EB90A7102B4A}" destId="{5B06ABEF-6397-419C-8D29-12E640728A5D}" srcOrd="0" destOrd="0" presId="urn:microsoft.com/office/officeart/2005/8/layout/lProcess2"/>
    <dgm:cxn modelId="{2C40B9FC-22B8-4D44-BD75-B740C9B7EFA6}" srcId="{3E2F6108-9D20-463D-93B5-B2DD6AC4B81C}" destId="{6E14BBDE-DD83-4046-95BA-81D5D4F26130}" srcOrd="0" destOrd="0" parTransId="{14892A64-E9F3-44D0-9375-00F5223E020B}" sibTransId="{A3DC3B8B-C393-4C8E-B14B-7DA87DCA7222}"/>
    <dgm:cxn modelId="{C0C79911-D37C-4B64-A416-623BB04816EF}" type="presParOf" srcId="{0155115E-18DF-4C23-B797-D0343A76C80C}" destId="{FBD35EB9-C484-4E1C-82CB-CB1B48D99C7D}" srcOrd="0" destOrd="0" presId="urn:microsoft.com/office/officeart/2005/8/layout/lProcess2"/>
    <dgm:cxn modelId="{B937F703-CFBE-40AD-A7F4-D384077DABBE}" type="presParOf" srcId="{FBD35EB9-C484-4E1C-82CB-CB1B48D99C7D}" destId="{7CFF569B-7A13-47AA-AECD-046F35DFBD1B}" srcOrd="0" destOrd="0" presId="urn:microsoft.com/office/officeart/2005/8/layout/lProcess2"/>
    <dgm:cxn modelId="{0CF4E262-6025-4128-8809-39BC2AFB1E69}" type="presParOf" srcId="{FBD35EB9-C484-4E1C-82CB-CB1B48D99C7D}" destId="{59AC0BFB-A0BC-49FB-A67F-3C6586F4E270}" srcOrd="1" destOrd="0" presId="urn:microsoft.com/office/officeart/2005/8/layout/lProcess2"/>
    <dgm:cxn modelId="{70DD2CA4-A9AF-45BF-A1F8-88987E2D42B0}" type="presParOf" srcId="{FBD35EB9-C484-4E1C-82CB-CB1B48D99C7D}" destId="{304EE20E-35E3-4C3E-9F2B-9C30F1252E00}" srcOrd="2" destOrd="0" presId="urn:microsoft.com/office/officeart/2005/8/layout/lProcess2"/>
    <dgm:cxn modelId="{48B63872-6C46-461F-8B5D-D9A545A27864}" type="presParOf" srcId="{304EE20E-35E3-4C3E-9F2B-9C30F1252E00}" destId="{D8E6D8F1-7FCF-4F40-BFAE-95CEEC87FBE5}" srcOrd="0" destOrd="0" presId="urn:microsoft.com/office/officeart/2005/8/layout/lProcess2"/>
    <dgm:cxn modelId="{872E8AD4-99E4-45FA-B174-17AB380905FB}" type="presParOf" srcId="{D8E6D8F1-7FCF-4F40-BFAE-95CEEC87FBE5}" destId="{E83CBA0C-6297-4FCF-AFB0-F482670E6CE3}" srcOrd="0" destOrd="0" presId="urn:microsoft.com/office/officeart/2005/8/layout/lProcess2"/>
    <dgm:cxn modelId="{F42D87F9-6338-4CB3-8976-89E0B77676F5}" type="presParOf" srcId="{D8E6D8F1-7FCF-4F40-BFAE-95CEEC87FBE5}" destId="{830AED6A-CE12-456B-9DB7-CF8D6D2E5E31}" srcOrd="1" destOrd="0" presId="urn:microsoft.com/office/officeart/2005/8/layout/lProcess2"/>
    <dgm:cxn modelId="{F303E0FA-132C-4A39-87EC-F7EE57C45B6D}" type="presParOf" srcId="{D8E6D8F1-7FCF-4F40-BFAE-95CEEC87FBE5}" destId="{5219C896-493A-404C-B874-D0A9E926FFB9}" srcOrd="2" destOrd="0" presId="urn:microsoft.com/office/officeart/2005/8/layout/lProcess2"/>
    <dgm:cxn modelId="{973859B9-3BD1-40F9-821C-5F80890473D2}" type="presParOf" srcId="{D8E6D8F1-7FCF-4F40-BFAE-95CEEC87FBE5}" destId="{33327E1A-5DAE-45D5-9FB8-85C26E6C5250}" srcOrd="3" destOrd="0" presId="urn:microsoft.com/office/officeart/2005/8/layout/lProcess2"/>
    <dgm:cxn modelId="{DF86D85A-82FC-4270-A92F-15C47A2A70CA}" type="presParOf" srcId="{D8E6D8F1-7FCF-4F40-BFAE-95CEEC87FBE5}" destId="{EFA8A919-E226-463B-897F-712890A650B3}" srcOrd="4" destOrd="0" presId="urn:microsoft.com/office/officeart/2005/8/layout/lProcess2"/>
    <dgm:cxn modelId="{52B9BE40-E947-460E-A5F2-091B760312ED}" type="presParOf" srcId="{D8E6D8F1-7FCF-4F40-BFAE-95CEEC87FBE5}" destId="{01BACBD9-4A3C-4666-B86B-6B06DE249169}" srcOrd="5" destOrd="0" presId="urn:microsoft.com/office/officeart/2005/8/layout/lProcess2"/>
    <dgm:cxn modelId="{4010065F-2F19-4EB2-BA80-16992BF63FE4}" type="presParOf" srcId="{D8E6D8F1-7FCF-4F40-BFAE-95CEEC87FBE5}" destId="{D8645C4D-2516-462D-84B3-D8B8520391FD}" srcOrd="6" destOrd="0" presId="urn:microsoft.com/office/officeart/2005/8/layout/lProcess2"/>
    <dgm:cxn modelId="{93B54C61-E8D0-4C63-8254-064FE17F9449}" type="presParOf" srcId="{D8E6D8F1-7FCF-4F40-BFAE-95CEEC87FBE5}" destId="{0A3FC636-6B24-4C9D-9E87-8A1D2E6A7192}" srcOrd="7" destOrd="0" presId="urn:microsoft.com/office/officeart/2005/8/layout/lProcess2"/>
    <dgm:cxn modelId="{752CF26E-3AA2-4A82-82F8-75EE4A01965E}" type="presParOf" srcId="{D8E6D8F1-7FCF-4F40-BFAE-95CEEC87FBE5}" destId="{9DA06174-FCE6-47EF-AD09-D6AB68EA81E6}" srcOrd="8" destOrd="0" presId="urn:microsoft.com/office/officeart/2005/8/layout/lProcess2"/>
    <dgm:cxn modelId="{38FA1E47-F979-4721-9604-5683D4469E9F}" type="presParOf" srcId="{0155115E-18DF-4C23-B797-D0343A76C80C}" destId="{4C10003E-34ED-4E3C-A52E-8C8DD02135A2}" srcOrd="1" destOrd="0" presId="urn:microsoft.com/office/officeart/2005/8/layout/lProcess2"/>
    <dgm:cxn modelId="{5FE40A4E-0DDF-4697-B4E9-DFF218EDBBB5}" type="presParOf" srcId="{0155115E-18DF-4C23-B797-D0343A76C80C}" destId="{11600700-FFAD-46FC-B8FE-7946E0725111}" srcOrd="2" destOrd="0" presId="urn:microsoft.com/office/officeart/2005/8/layout/lProcess2"/>
    <dgm:cxn modelId="{01C51B47-F31F-4751-A175-8B416322E35F}" type="presParOf" srcId="{11600700-FFAD-46FC-B8FE-7946E0725111}" destId="{27109F9A-7FE4-405F-858B-1782C1A2D7CF}" srcOrd="0" destOrd="0" presId="urn:microsoft.com/office/officeart/2005/8/layout/lProcess2"/>
    <dgm:cxn modelId="{95297BE6-D796-40B1-AEF3-A7DC904AC76B}" type="presParOf" srcId="{11600700-FFAD-46FC-B8FE-7946E0725111}" destId="{32BBFE5A-63DF-45EC-A1BE-32245BCF2750}" srcOrd="1" destOrd="0" presId="urn:microsoft.com/office/officeart/2005/8/layout/lProcess2"/>
    <dgm:cxn modelId="{2C085874-26A0-49B5-9C45-506A81ABDF09}" type="presParOf" srcId="{11600700-FFAD-46FC-B8FE-7946E0725111}" destId="{8829E1B3-2070-4C17-A018-EE12BB2A4665}" srcOrd="2" destOrd="0" presId="urn:microsoft.com/office/officeart/2005/8/layout/lProcess2"/>
    <dgm:cxn modelId="{BD04AA7C-8F57-4392-B185-DC9C9C6B2141}" type="presParOf" srcId="{8829E1B3-2070-4C17-A018-EE12BB2A4665}" destId="{B4CE5612-3A3F-4D04-B362-14EE6CA8C1DD}" srcOrd="0" destOrd="0" presId="urn:microsoft.com/office/officeart/2005/8/layout/lProcess2"/>
    <dgm:cxn modelId="{2EFDD095-084A-4071-B5A1-92FE75FEE03B}" type="presParOf" srcId="{B4CE5612-3A3F-4D04-B362-14EE6CA8C1DD}" destId="{CA149860-D637-41DB-A5D9-601645166567}" srcOrd="0" destOrd="0" presId="urn:microsoft.com/office/officeart/2005/8/layout/lProcess2"/>
    <dgm:cxn modelId="{D678621A-373B-4A7B-BCFA-9EFE189D7991}" type="presParOf" srcId="{B4CE5612-3A3F-4D04-B362-14EE6CA8C1DD}" destId="{891C6594-5FBF-49FF-8D57-82D73054A5C5}" srcOrd="1" destOrd="0" presId="urn:microsoft.com/office/officeart/2005/8/layout/lProcess2"/>
    <dgm:cxn modelId="{7316EDCE-673F-4FAD-B697-F6AD9F2458E1}" type="presParOf" srcId="{B4CE5612-3A3F-4D04-B362-14EE6CA8C1DD}" destId="{B8430598-3A9F-45CB-9900-2F9C611ABF4B}" srcOrd="2" destOrd="0" presId="urn:microsoft.com/office/officeart/2005/8/layout/lProcess2"/>
    <dgm:cxn modelId="{5B605A0D-B358-42B3-9619-332E680FC8D1}" type="presParOf" srcId="{0155115E-18DF-4C23-B797-D0343A76C80C}" destId="{5346DBE5-8DBA-43E0-A9C2-8F3E3D961A9E}" srcOrd="3" destOrd="0" presId="urn:microsoft.com/office/officeart/2005/8/layout/lProcess2"/>
    <dgm:cxn modelId="{036187EA-B13D-43CF-B406-DA68E45C9D89}" type="presParOf" srcId="{0155115E-18DF-4C23-B797-D0343A76C80C}" destId="{8B83ED8B-DCEA-45A6-A207-1CC483D9C996}" srcOrd="4" destOrd="0" presId="urn:microsoft.com/office/officeart/2005/8/layout/lProcess2"/>
    <dgm:cxn modelId="{0CA7827D-EF4E-4C9F-BF9B-7FC8B10DBB8E}" type="presParOf" srcId="{8B83ED8B-DCEA-45A6-A207-1CC483D9C996}" destId="{14A6A743-AAC6-420F-885E-C634404CC684}" srcOrd="0" destOrd="0" presId="urn:microsoft.com/office/officeart/2005/8/layout/lProcess2"/>
    <dgm:cxn modelId="{09B9ECD7-0388-4AC7-AD20-9BD046EC2FE3}" type="presParOf" srcId="{8B83ED8B-DCEA-45A6-A207-1CC483D9C996}" destId="{8BE3BA81-C981-463B-A9BB-D25940C2D408}" srcOrd="1" destOrd="0" presId="urn:microsoft.com/office/officeart/2005/8/layout/lProcess2"/>
    <dgm:cxn modelId="{2BFF634C-45CF-4D6C-8062-6C61BED83D66}" type="presParOf" srcId="{8B83ED8B-DCEA-45A6-A207-1CC483D9C996}" destId="{83169303-E6CC-4E3E-AF45-7FDA680A40E7}" srcOrd="2" destOrd="0" presId="urn:microsoft.com/office/officeart/2005/8/layout/lProcess2"/>
    <dgm:cxn modelId="{4011F1EB-638C-4DD6-983D-AEF5EBD0171B}" type="presParOf" srcId="{83169303-E6CC-4E3E-AF45-7FDA680A40E7}" destId="{68B4349D-5AEE-4D4E-9271-07A003992768}" srcOrd="0" destOrd="0" presId="urn:microsoft.com/office/officeart/2005/8/layout/lProcess2"/>
    <dgm:cxn modelId="{7F72A7B8-42E4-4C0F-A173-FF086D00B62B}" type="presParOf" srcId="{68B4349D-5AEE-4D4E-9271-07A003992768}" destId="{1C9A5457-DEA5-4C9E-8F0D-76D278AE372E}" srcOrd="0" destOrd="0" presId="urn:microsoft.com/office/officeart/2005/8/layout/lProcess2"/>
    <dgm:cxn modelId="{578291C0-EAC7-403E-A93D-8ADD9D962D4E}" type="presParOf" srcId="{68B4349D-5AEE-4D4E-9271-07A003992768}" destId="{3CCDE025-DC3C-4760-B428-B60660C72418}" srcOrd="1" destOrd="0" presId="urn:microsoft.com/office/officeart/2005/8/layout/lProcess2"/>
    <dgm:cxn modelId="{79F0BDFB-6DEC-40ED-AD03-7A784B7771CA}" type="presParOf" srcId="{68B4349D-5AEE-4D4E-9271-07A003992768}" destId="{5B06ABEF-6397-419C-8D29-12E640728A5D}" srcOrd="2" destOrd="0" presId="urn:microsoft.com/office/officeart/2005/8/layout/lProcess2"/>
    <dgm:cxn modelId="{03736AE2-A24B-4E13-B787-CB1F690E5B5E}" type="presParOf" srcId="{0155115E-18DF-4C23-B797-D0343A76C80C}" destId="{88D950AD-F762-440C-958B-922792E89245}" srcOrd="5" destOrd="0" presId="urn:microsoft.com/office/officeart/2005/8/layout/lProcess2"/>
    <dgm:cxn modelId="{083751C3-E5A5-4170-836A-AF78F6C2EBF8}" type="presParOf" srcId="{0155115E-18DF-4C23-B797-D0343A76C80C}" destId="{63C6B8D6-387D-4703-9665-1AA7D42FA69D}" srcOrd="6" destOrd="0" presId="urn:microsoft.com/office/officeart/2005/8/layout/lProcess2"/>
    <dgm:cxn modelId="{2EF9973D-C4ED-489A-A808-4D629B33FAB6}" type="presParOf" srcId="{63C6B8D6-387D-4703-9665-1AA7D42FA69D}" destId="{A62924B8-CA01-43EE-827F-EAA063557894}" srcOrd="0" destOrd="0" presId="urn:microsoft.com/office/officeart/2005/8/layout/lProcess2"/>
    <dgm:cxn modelId="{146EB0B6-4A3C-4C33-B5CF-3F9004351F9E}" type="presParOf" srcId="{63C6B8D6-387D-4703-9665-1AA7D42FA69D}" destId="{58DCAF7B-039F-4D7F-AD16-68F638ABC20C}" srcOrd="1" destOrd="0" presId="urn:microsoft.com/office/officeart/2005/8/layout/lProcess2"/>
    <dgm:cxn modelId="{0EA8AB89-3A13-46BA-9FB6-F8C0C1C2BA15}" type="presParOf" srcId="{63C6B8D6-387D-4703-9665-1AA7D42FA69D}" destId="{C8062EA0-787E-49DF-B118-9C6E63C938DD}" srcOrd="2" destOrd="0" presId="urn:microsoft.com/office/officeart/2005/8/layout/lProcess2"/>
    <dgm:cxn modelId="{4B022BD8-0FFC-4925-91D9-A5239FF2C0C5}" type="presParOf" srcId="{C8062EA0-787E-49DF-B118-9C6E63C938DD}" destId="{618F079B-70BC-40D4-A036-F8EAC83F856E}" srcOrd="0" destOrd="0" presId="urn:microsoft.com/office/officeart/2005/8/layout/lProcess2"/>
    <dgm:cxn modelId="{122CF561-14F8-446E-8530-AF65F210A389}" type="presParOf" srcId="{618F079B-70BC-40D4-A036-F8EAC83F856E}" destId="{7C59A404-06C5-40B3-A114-8E6C8EAF50EF}" srcOrd="0" destOrd="0" presId="urn:microsoft.com/office/officeart/2005/8/layout/lProcess2"/>
    <dgm:cxn modelId="{B32AD34C-6073-465C-AA23-98D83820C276}" type="presParOf" srcId="{618F079B-70BC-40D4-A036-F8EAC83F856E}" destId="{1AB49C36-E01F-4083-B605-19579AC8FF87}" srcOrd="1" destOrd="0" presId="urn:microsoft.com/office/officeart/2005/8/layout/lProcess2"/>
    <dgm:cxn modelId="{18730887-EB28-4B8C-9C8C-A97890FBDD2F}" type="presParOf" srcId="{618F079B-70BC-40D4-A036-F8EAC83F856E}" destId="{216F2A96-E38C-4C82-A5CD-8E69177A618D}" srcOrd="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A9F70B-DB7F-46B8-95C6-647F01F508C6}">
      <dsp:nvSpPr>
        <dsp:cNvPr id="0" name=""/>
        <dsp:cNvSpPr/>
      </dsp:nvSpPr>
      <dsp:spPr>
        <a:xfrm>
          <a:off x="7143" y="1361810"/>
          <a:ext cx="2135187" cy="128111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noProof="0" dirty="0"/>
            <a:t>Inputs</a:t>
          </a:r>
        </a:p>
      </dsp:txBody>
      <dsp:txXfrm>
        <a:off x="44665" y="1399332"/>
        <a:ext cx="2060143" cy="1206068"/>
      </dsp:txXfrm>
    </dsp:sp>
    <dsp:sp modelId="{BAAFE30B-534B-4C97-9EDB-48D897CABFEB}">
      <dsp:nvSpPr>
        <dsp:cNvPr id="0" name=""/>
        <dsp:cNvSpPr/>
      </dsp:nvSpPr>
      <dsp:spPr>
        <a:xfrm>
          <a:off x="2355850" y="1737603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 noProof="0" dirty="0"/>
        </a:p>
      </dsp:txBody>
      <dsp:txXfrm>
        <a:off x="2355850" y="1843508"/>
        <a:ext cx="316861" cy="317716"/>
      </dsp:txXfrm>
    </dsp:sp>
    <dsp:sp modelId="{8E9E1581-470D-4D03-BFEA-5285EA6F2D83}">
      <dsp:nvSpPr>
        <dsp:cNvPr id="0" name=""/>
        <dsp:cNvSpPr/>
      </dsp:nvSpPr>
      <dsp:spPr>
        <a:xfrm>
          <a:off x="2996406" y="1361810"/>
          <a:ext cx="2135187" cy="128111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noProof="0" dirty="0"/>
            <a:t>Processor</a:t>
          </a:r>
        </a:p>
      </dsp:txBody>
      <dsp:txXfrm>
        <a:off x="3033928" y="1399332"/>
        <a:ext cx="2060143" cy="1206068"/>
      </dsp:txXfrm>
    </dsp:sp>
    <dsp:sp modelId="{F0E8819F-EA90-4C02-9395-01CAF01F58A7}">
      <dsp:nvSpPr>
        <dsp:cNvPr id="0" name=""/>
        <dsp:cNvSpPr/>
      </dsp:nvSpPr>
      <dsp:spPr>
        <a:xfrm>
          <a:off x="5345112" y="1737603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 noProof="0" dirty="0"/>
        </a:p>
      </dsp:txBody>
      <dsp:txXfrm>
        <a:off x="5345112" y="1843508"/>
        <a:ext cx="316861" cy="317716"/>
      </dsp:txXfrm>
    </dsp:sp>
    <dsp:sp modelId="{7FEE75D5-4714-4771-9D60-EA6B7C30B56D}">
      <dsp:nvSpPr>
        <dsp:cNvPr id="0" name=""/>
        <dsp:cNvSpPr/>
      </dsp:nvSpPr>
      <dsp:spPr>
        <a:xfrm>
          <a:off x="5985668" y="1361810"/>
          <a:ext cx="2135187" cy="128111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noProof="0" dirty="0"/>
            <a:t>Outputs</a:t>
          </a:r>
        </a:p>
      </dsp:txBody>
      <dsp:txXfrm>
        <a:off x="6023190" y="1399332"/>
        <a:ext cx="2060143" cy="12060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A9F70B-DB7F-46B8-95C6-647F01F508C6}">
      <dsp:nvSpPr>
        <dsp:cNvPr id="0" name=""/>
        <dsp:cNvSpPr/>
      </dsp:nvSpPr>
      <dsp:spPr>
        <a:xfrm>
          <a:off x="7143" y="1361810"/>
          <a:ext cx="2135187" cy="128111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noProof="0" dirty="0"/>
            <a:t>Inputs</a:t>
          </a:r>
        </a:p>
      </dsp:txBody>
      <dsp:txXfrm>
        <a:off x="44665" y="1399332"/>
        <a:ext cx="2060143" cy="1206068"/>
      </dsp:txXfrm>
    </dsp:sp>
    <dsp:sp modelId="{BAAFE30B-534B-4C97-9EDB-48D897CABFEB}">
      <dsp:nvSpPr>
        <dsp:cNvPr id="0" name=""/>
        <dsp:cNvSpPr/>
      </dsp:nvSpPr>
      <dsp:spPr>
        <a:xfrm>
          <a:off x="2355850" y="1737603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 noProof="0" dirty="0"/>
        </a:p>
      </dsp:txBody>
      <dsp:txXfrm>
        <a:off x="2355850" y="1843508"/>
        <a:ext cx="316861" cy="317716"/>
      </dsp:txXfrm>
    </dsp:sp>
    <dsp:sp modelId="{8E9E1581-470D-4D03-BFEA-5285EA6F2D83}">
      <dsp:nvSpPr>
        <dsp:cNvPr id="0" name=""/>
        <dsp:cNvSpPr/>
      </dsp:nvSpPr>
      <dsp:spPr>
        <a:xfrm>
          <a:off x="2996406" y="1361810"/>
          <a:ext cx="2135187" cy="128111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noProof="0" dirty="0"/>
            <a:t>Processor</a:t>
          </a:r>
        </a:p>
      </dsp:txBody>
      <dsp:txXfrm>
        <a:off x="3033928" y="1399332"/>
        <a:ext cx="2060143" cy="1206068"/>
      </dsp:txXfrm>
    </dsp:sp>
    <dsp:sp modelId="{F0E8819F-EA90-4C02-9395-01CAF01F58A7}">
      <dsp:nvSpPr>
        <dsp:cNvPr id="0" name=""/>
        <dsp:cNvSpPr/>
      </dsp:nvSpPr>
      <dsp:spPr>
        <a:xfrm>
          <a:off x="5345112" y="1737603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 noProof="0" dirty="0"/>
        </a:p>
      </dsp:txBody>
      <dsp:txXfrm>
        <a:off x="5345112" y="1843508"/>
        <a:ext cx="316861" cy="317716"/>
      </dsp:txXfrm>
    </dsp:sp>
    <dsp:sp modelId="{7FEE75D5-4714-4771-9D60-EA6B7C30B56D}">
      <dsp:nvSpPr>
        <dsp:cNvPr id="0" name=""/>
        <dsp:cNvSpPr/>
      </dsp:nvSpPr>
      <dsp:spPr>
        <a:xfrm>
          <a:off x="5985668" y="1361810"/>
          <a:ext cx="2135187" cy="128111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noProof="0" dirty="0"/>
            <a:t>Outputs</a:t>
          </a:r>
        </a:p>
      </dsp:txBody>
      <dsp:txXfrm>
        <a:off x="6023190" y="1399332"/>
        <a:ext cx="2060143" cy="12060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A9F70B-DB7F-46B8-95C6-647F01F508C6}">
      <dsp:nvSpPr>
        <dsp:cNvPr id="0" name=""/>
        <dsp:cNvSpPr/>
      </dsp:nvSpPr>
      <dsp:spPr>
        <a:xfrm>
          <a:off x="7143" y="1361810"/>
          <a:ext cx="2135187" cy="128111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noProof="0" dirty="0"/>
            <a:t>Inputs</a:t>
          </a:r>
        </a:p>
      </dsp:txBody>
      <dsp:txXfrm>
        <a:off x="44665" y="1399332"/>
        <a:ext cx="2060143" cy="1206068"/>
      </dsp:txXfrm>
    </dsp:sp>
    <dsp:sp modelId="{BAAFE30B-534B-4C97-9EDB-48D897CABFEB}">
      <dsp:nvSpPr>
        <dsp:cNvPr id="0" name=""/>
        <dsp:cNvSpPr/>
      </dsp:nvSpPr>
      <dsp:spPr>
        <a:xfrm>
          <a:off x="2355850" y="1737603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 noProof="0" dirty="0"/>
        </a:p>
      </dsp:txBody>
      <dsp:txXfrm>
        <a:off x="2355850" y="1843508"/>
        <a:ext cx="316861" cy="317716"/>
      </dsp:txXfrm>
    </dsp:sp>
    <dsp:sp modelId="{8E9E1581-470D-4D03-BFEA-5285EA6F2D83}">
      <dsp:nvSpPr>
        <dsp:cNvPr id="0" name=""/>
        <dsp:cNvSpPr/>
      </dsp:nvSpPr>
      <dsp:spPr>
        <a:xfrm>
          <a:off x="2996406" y="1361810"/>
          <a:ext cx="2135187" cy="128111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noProof="0" dirty="0"/>
            <a:t>Processor</a:t>
          </a:r>
        </a:p>
      </dsp:txBody>
      <dsp:txXfrm>
        <a:off x="3033928" y="1399332"/>
        <a:ext cx="2060143" cy="1206068"/>
      </dsp:txXfrm>
    </dsp:sp>
    <dsp:sp modelId="{F0E8819F-EA90-4C02-9395-01CAF01F58A7}">
      <dsp:nvSpPr>
        <dsp:cNvPr id="0" name=""/>
        <dsp:cNvSpPr/>
      </dsp:nvSpPr>
      <dsp:spPr>
        <a:xfrm>
          <a:off x="5345112" y="1737603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 noProof="0" dirty="0"/>
        </a:p>
      </dsp:txBody>
      <dsp:txXfrm>
        <a:off x="5345112" y="1843508"/>
        <a:ext cx="316861" cy="317716"/>
      </dsp:txXfrm>
    </dsp:sp>
    <dsp:sp modelId="{7FEE75D5-4714-4771-9D60-EA6B7C30B56D}">
      <dsp:nvSpPr>
        <dsp:cNvPr id="0" name=""/>
        <dsp:cNvSpPr/>
      </dsp:nvSpPr>
      <dsp:spPr>
        <a:xfrm>
          <a:off x="5985668" y="1361810"/>
          <a:ext cx="2135187" cy="128111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noProof="0" dirty="0"/>
            <a:t>Outputs</a:t>
          </a:r>
        </a:p>
      </dsp:txBody>
      <dsp:txXfrm>
        <a:off x="6023190" y="1399332"/>
        <a:ext cx="2060143" cy="120606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FF569B-7A13-47AA-AECD-046F35DFBD1B}">
      <dsp:nvSpPr>
        <dsp:cNvPr id="0" name=""/>
        <dsp:cNvSpPr/>
      </dsp:nvSpPr>
      <dsp:spPr>
        <a:xfrm>
          <a:off x="2755" y="0"/>
          <a:ext cx="2704020" cy="4648200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noProof="0" dirty="0"/>
            <a:t>Computational Capabilities</a:t>
          </a:r>
        </a:p>
      </dsp:txBody>
      <dsp:txXfrm>
        <a:off x="2755" y="0"/>
        <a:ext cx="2704020" cy="1394460"/>
      </dsp:txXfrm>
    </dsp:sp>
    <dsp:sp modelId="{E83CBA0C-6297-4FCF-AFB0-F482670E6CE3}">
      <dsp:nvSpPr>
        <dsp:cNvPr id="0" name=""/>
        <dsp:cNvSpPr/>
      </dsp:nvSpPr>
      <dsp:spPr>
        <a:xfrm>
          <a:off x="273157" y="1395339"/>
          <a:ext cx="2163216" cy="53773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 dirty="0"/>
            <a:t>Supercomputers: extremely fast, parallel systems</a:t>
          </a:r>
        </a:p>
      </dsp:txBody>
      <dsp:txXfrm>
        <a:off x="288907" y="1411089"/>
        <a:ext cx="2131716" cy="506231"/>
      </dsp:txXfrm>
    </dsp:sp>
    <dsp:sp modelId="{5219C896-493A-404C-B874-D0A9E926FFB9}">
      <dsp:nvSpPr>
        <dsp:cNvPr id="0" name=""/>
        <dsp:cNvSpPr/>
      </dsp:nvSpPr>
      <dsp:spPr>
        <a:xfrm>
          <a:off x="273157" y="2015799"/>
          <a:ext cx="2163216" cy="53773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 dirty="0"/>
            <a:t>Mainframes: handle large-scale processing</a:t>
          </a:r>
        </a:p>
      </dsp:txBody>
      <dsp:txXfrm>
        <a:off x="288907" y="2031549"/>
        <a:ext cx="2131716" cy="506231"/>
      </dsp:txXfrm>
    </dsp:sp>
    <dsp:sp modelId="{EFA8A919-E226-463B-897F-712890A650B3}">
      <dsp:nvSpPr>
        <dsp:cNvPr id="0" name=""/>
        <dsp:cNvSpPr/>
      </dsp:nvSpPr>
      <dsp:spPr>
        <a:xfrm>
          <a:off x="273157" y="2636259"/>
          <a:ext cx="2163216" cy="53773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 dirty="0"/>
            <a:t>Minicomputers: devices support multiple concurrent users</a:t>
          </a:r>
        </a:p>
      </dsp:txBody>
      <dsp:txXfrm>
        <a:off x="288907" y="2652009"/>
        <a:ext cx="2131716" cy="506231"/>
      </dsp:txXfrm>
    </dsp:sp>
    <dsp:sp modelId="{D8645C4D-2516-462D-84B3-D8B8520391FD}">
      <dsp:nvSpPr>
        <dsp:cNvPr id="0" name=""/>
        <dsp:cNvSpPr/>
      </dsp:nvSpPr>
      <dsp:spPr>
        <a:xfrm>
          <a:off x="273157" y="3256718"/>
          <a:ext cx="2163216" cy="53773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 dirty="0"/>
            <a:t>Microcomputers: devices support one user; laptops, desktops</a:t>
          </a:r>
        </a:p>
      </dsp:txBody>
      <dsp:txXfrm>
        <a:off x="288907" y="3272468"/>
        <a:ext cx="2131716" cy="506231"/>
      </dsp:txXfrm>
    </dsp:sp>
    <dsp:sp modelId="{9DA06174-FCE6-47EF-AD09-D6AB68EA81E6}">
      <dsp:nvSpPr>
        <dsp:cNvPr id="0" name=""/>
        <dsp:cNvSpPr/>
      </dsp:nvSpPr>
      <dsp:spPr>
        <a:xfrm>
          <a:off x="273157" y="3877178"/>
          <a:ext cx="2163216" cy="53773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 dirty="0"/>
            <a:t>Embedded systems: specific-purpose devices</a:t>
          </a:r>
        </a:p>
      </dsp:txBody>
      <dsp:txXfrm>
        <a:off x="288907" y="3892928"/>
        <a:ext cx="2131716" cy="506231"/>
      </dsp:txXfrm>
    </dsp:sp>
    <dsp:sp modelId="{27109F9A-7FE4-405F-858B-1782C1A2D7CF}">
      <dsp:nvSpPr>
        <dsp:cNvPr id="0" name=""/>
        <dsp:cNvSpPr/>
      </dsp:nvSpPr>
      <dsp:spPr>
        <a:xfrm>
          <a:off x="2909578" y="0"/>
          <a:ext cx="2704020" cy="4648200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noProof="0" dirty="0"/>
            <a:t>Purpose</a:t>
          </a:r>
        </a:p>
      </dsp:txBody>
      <dsp:txXfrm>
        <a:off x="2909578" y="0"/>
        <a:ext cx="2704020" cy="1394460"/>
      </dsp:txXfrm>
    </dsp:sp>
    <dsp:sp modelId="{CA149860-D637-41DB-A5D9-601645166567}">
      <dsp:nvSpPr>
        <dsp:cNvPr id="0" name=""/>
        <dsp:cNvSpPr/>
      </dsp:nvSpPr>
      <dsp:spPr>
        <a:xfrm>
          <a:off x="3179980" y="1395821"/>
          <a:ext cx="2163216" cy="140149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 dirty="0"/>
            <a:t>General Purpose Computers: can be tailored to needs</a:t>
          </a:r>
        </a:p>
      </dsp:txBody>
      <dsp:txXfrm>
        <a:off x="3221028" y="1436869"/>
        <a:ext cx="2081120" cy="1319399"/>
      </dsp:txXfrm>
    </dsp:sp>
    <dsp:sp modelId="{B8430598-3A9F-45CB-9900-2F9C611ABF4B}">
      <dsp:nvSpPr>
        <dsp:cNvPr id="0" name=""/>
        <dsp:cNvSpPr/>
      </dsp:nvSpPr>
      <dsp:spPr>
        <a:xfrm>
          <a:off x="3179980" y="3012932"/>
          <a:ext cx="2163216" cy="140149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 dirty="0"/>
            <a:t>Special Purpose Computers: Special setup for one task</a:t>
          </a:r>
        </a:p>
      </dsp:txBody>
      <dsp:txXfrm>
        <a:off x="3221028" y="3053980"/>
        <a:ext cx="2081120" cy="1319399"/>
      </dsp:txXfrm>
    </dsp:sp>
    <dsp:sp modelId="{14A6A743-AAC6-420F-885E-C634404CC684}">
      <dsp:nvSpPr>
        <dsp:cNvPr id="0" name=""/>
        <dsp:cNvSpPr/>
      </dsp:nvSpPr>
      <dsp:spPr>
        <a:xfrm>
          <a:off x="5816400" y="0"/>
          <a:ext cx="2704020" cy="4648200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noProof="0" dirty="0"/>
            <a:t>Data Handling</a:t>
          </a:r>
        </a:p>
      </dsp:txBody>
      <dsp:txXfrm>
        <a:off x="5816400" y="0"/>
        <a:ext cx="2704020" cy="1394460"/>
      </dsp:txXfrm>
    </dsp:sp>
    <dsp:sp modelId="{1C9A5457-DEA5-4C9E-8F0D-76D278AE372E}">
      <dsp:nvSpPr>
        <dsp:cNvPr id="0" name=""/>
        <dsp:cNvSpPr/>
      </dsp:nvSpPr>
      <dsp:spPr>
        <a:xfrm>
          <a:off x="6086802" y="1395821"/>
          <a:ext cx="2163216" cy="140149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 dirty="0"/>
            <a:t>Best-Effort System: Unpredictable performance</a:t>
          </a:r>
        </a:p>
      </dsp:txBody>
      <dsp:txXfrm>
        <a:off x="6127850" y="1436869"/>
        <a:ext cx="2081120" cy="1319399"/>
      </dsp:txXfrm>
    </dsp:sp>
    <dsp:sp modelId="{5B06ABEF-6397-419C-8D29-12E640728A5D}">
      <dsp:nvSpPr>
        <dsp:cNvPr id="0" name=""/>
        <dsp:cNvSpPr/>
      </dsp:nvSpPr>
      <dsp:spPr>
        <a:xfrm>
          <a:off x="6086802" y="3012932"/>
          <a:ext cx="2163216" cy="140149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 dirty="0"/>
            <a:t>Real-Time System: Guaranteed execution times</a:t>
          </a:r>
        </a:p>
      </dsp:txBody>
      <dsp:txXfrm>
        <a:off x="6127850" y="3053980"/>
        <a:ext cx="2081120" cy="1319399"/>
      </dsp:txXfrm>
    </dsp:sp>
    <dsp:sp modelId="{A62924B8-CA01-43EE-827F-EAA063557894}">
      <dsp:nvSpPr>
        <dsp:cNvPr id="0" name=""/>
        <dsp:cNvSpPr/>
      </dsp:nvSpPr>
      <dsp:spPr>
        <a:xfrm>
          <a:off x="8723223" y="0"/>
          <a:ext cx="2704020" cy="4648200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noProof="0" dirty="0"/>
            <a:t>Location</a:t>
          </a:r>
        </a:p>
      </dsp:txBody>
      <dsp:txXfrm>
        <a:off x="8723223" y="0"/>
        <a:ext cx="2704020" cy="1394460"/>
      </dsp:txXfrm>
    </dsp:sp>
    <dsp:sp modelId="{7C59A404-06C5-40B3-A114-8E6C8EAF50EF}">
      <dsp:nvSpPr>
        <dsp:cNvPr id="0" name=""/>
        <dsp:cNvSpPr/>
      </dsp:nvSpPr>
      <dsp:spPr>
        <a:xfrm>
          <a:off x="8993625" y="1395821"/>
          <a:ext cx="2163216" cy="140149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 dirty="0"/>
            <a:t>Local System: All components locally available</a:t>
          </a:r>
        </a:p>
      </dsp:txBody>
      <dsp:txXfrm>
        <a:off x="9034673" y="1436869"/>
        <a:ext cx="2081120" cy="1319399"/>
      </dsp:txXfrm>
    </dsp:sp>
    <dsp:sp modelId="{216F2A96-E38C-4C82-A5CD-8E69177A618D}">
      <dsp:nvSpPr>
        <dsp:cNvPr id="0" name=""/>
        <dsp:cNvSpPr/>
      </dsp:nvSpPr>
      <dsp:spPr>
        <a:xfrm>
          <a:off x="8993625" y="3012932"/>
          <a:ext cx="2163216" cy="140149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 dirty="0"/>
            <a:t>Distributed System: Geographically separation of computation/storage</a:t>
          </a:r>
        </a:p>
      </dsp:txBody>
      <dsp:txXfrm>
        <a:off x="9034673" y="3053980"/>
        <a:ext cx="2081120" cy="13193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1.png"/><Relationship Id="rId5" Type="http://schemas.openxmlformats.org/officeDocument/2006/relationships/image" Target="../media/image2.sv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6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049120" y="223920"/>
            <a:ext cx="913680" cy="91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" name="TextBox 8" hidden="1"/>
          <p:cNvSpPr/>
          <p:nvPr/>
        </p:nvSpPr>
        <p:spPr>
          <a:xfrm>
            <a:off x="228600" y="6357240"/>
            <a:ext cx="1059120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GISMA University – Berlin – F107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TextBox 9" hidden="1"/>
          <p:cNvSpPr/>
          <p:nvPr/>
        </p:nvSpPr>
        <p:spPr>
          <a:xfrm>
            <a:off x="11049120" y="6357240"/>
            <a:ext cx="91368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b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fld id="{ABFBA9F9-98BF-4888-B605-551507272E5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523880" y="3276720"/>
            <a:ext cx="9143280" cy="289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Click to edit Master title style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" name="Picture 6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4851360" y="457200"/>
            <a:ext cx="2539440" cy="2539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6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Third Outline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6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Fourth Outline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049120" y="223920"/>
            <a:ext cx="913680" cy="91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" name="TextBox 8"/>
          <p:cNvSpPr/>
          <p:nvPr/>
        </p:nvSpPr>
        <p:spPr>
          <a:xfrm>
            <a:off x="228600" y="6357240"/>
            <a:ext cx="1059120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GISMA University – Berlin – F107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TextBox 9"/>
          <p:cNvSpPr/>
          <p:nvPr/>
        </p:nvSpPr>
        <p:spPr>
          <a:xfrm>
            <a:off x="11049120" y="6357240"/>
            <a:ext cx="91368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b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fld id="{1682557C-13FF-4F1D-B7D2-71D3869A74F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body"/>
          </p:nvPr>
        </p:nvSpPr>
        <p:spPr>
          <a:xfrm>
            <a:off x="228600" y="1135080"/>
            <a:ext cx="11734200" cy="499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Second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Third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Fourth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Fifth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title"/>
          </p:nvPr>
        </p:nvSpPr>
        <p:spPr>
          <a:xfrm>
            <a:off x="228600" y="223920"/>
            <a:ext cx="10591200" cy="68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Click to edit Master title style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6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049120" y="223920"/>
            <a:ext cx="913680" cy="91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TextBox 8"/>
          <p:cNvSpPr/>
          <p:nvPr/>
        </p:nvSpPr>
        <p:spPr>
          <a:xfrm>
            <a:off x="228600" y="6357240"/>
            <a:ext cx="1059120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GISMA University – Berlin – F107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Box 9"/>
          <p:cNvSpPr/>
          <p:nvPr/>
        </p:nvSpPr>
        <p:spPr>
          <a:xfrm>
            <a:off x="11049120" y="6357240"/>
            <a:ext cx="91368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b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fld id="{259AB399-E227-47EC-B68D-9304047AACF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228600" y="223920"/>
            <a:ext cx="10591200" cy="68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Click to edit Master title style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228600" y="1134720"/>
            <a:ext cx="5721120" cy="503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Second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Third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Fourth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Fifth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172200" y="1134720"/>
            <a:ext cx="5783400" cy="503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Second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Third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Fourth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Fifth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6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049120" y="223920"/>
            <a:ext cx="913680" cy="91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TextBox 8"/>
          <p:cNvSpPr/>
          <p:nvPr/>
        </p:nvSpPr>
        <p:spPr>
          <a:xfrm>
            <a:off x="228600" y="6357240"/>
            <a:ext cx="1059120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GISMA University – Berlin – F107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Box 9"/>
          <p:cNvSpPr/>
          <p:nvPr/>
        </p:nvSpPr>
        <p:spPr>
          <a:xfrm>
            <a:off x="11049120" y="6357240"/>
            <a:ext cx="91368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b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fld id="{0FF69DD8-6D6A-4EB3-90CD-C4ED16FA068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 Layou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6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049120" y="223920"/>
            <a:ext cx="913680" cy="91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TextBox 8"/>
          <p:cNvSpPr/>
          <p:nvPr/>
        </p:nvSpPr>
        <p:spPr>
          <a:xfrm>
            <a:off x="228600" y="6357240"/>
            <a:ext cx="1059120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GISMA University – Berlin – F107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Box 9"/>
          <p:cNvSpPr/>
          <p:nvPr/>
        </p:nvSpPr>
        <p:spPr>
          <a:xfrm>
            <a:off x="11049120" y="6357240"/>
            <a:ext cx="91368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b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fld id="{0FD686BC-F5AF-45E1-AB35-FAC4C800C2D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228600" y="223920"/>
            <a:ext cx="10591200" cy="68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Click to edit Master title style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4" name="Table 3"/>
          <p:cNvGraphicFramePr/>
          <p:nvPr/>
        </p:nvGraphicFramePr>
        <p:xfrm>
          <a:off x="3503880" y="3733920"/>
          <a:ext cx="5183640" cy="2649600"/>
        </p:xfrm>
        <a:graphic>
          <a:graphicData uri="http://schemas.openxmlformats.org/drawingml/2006/table">
            <a:tbl>
              <a:tblPr/>
              <a:tblGrid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</a:tblGrid>
              <a:tr h="324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324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324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324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324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324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324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324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228600" y="1135080"/>
            <a:ext cx="11734200" cy="259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Second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Third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Fourth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Fifth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Custom Layou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6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049120" y="223920"/>
            <a:ext cx="913680" cy="91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TextBox 8"/>
          <p:cNvSpPr/>
          <p:nvPr/>
        </p:nvSpPr>
        <p:spPr>
          <a:xfrm>
            <a:off x="228600" y="6357240"/>
            <a:ext cx="1059120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GISMA University – Berlin – F107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Box 9"/>
          <p:cNvSpPr/>
          <p:nvPr/>
        </p:nvSpPr>
        <p:spPr>
          <a:xfrm>
            <a:off x="11049120" y="6357240"/>
            <a:ext cx="91368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b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fld id="{1156422E-A767-4094-8A53-1FE487F43A9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228600" y="223920"/>
            <a:ext cx="10591200" cy="68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Click to edit Master title style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0" name="Table 3"/>
          <p:cNvGraphicFramePr/>
          <p:nvPr/>
        </p:nvGraphicFramePr>
        <p:xfrm>
          <a:off x="3470040" y="1066680"/>
          <a:ext cx="5183640" cy="5299200"/>
        </p:xfrm>
        <a:graphic>
          <a:graphicData uri="http://schemas.openxmlformats.org/drawingml/2006/table">
            <a:tbl>
              <a:tblPr/>
              <a:tblGrid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</a:tblGrid>
              <a:tr h="324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324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324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324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324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324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324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324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4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324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324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324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324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324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324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324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Custom Layou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6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049120" y="223920"/>
            <a:ext cx="913680" cy="91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TextBox 8"/>
          <p:cNvSpPr/>
          <p:nvPr/>
        </p:nvSpPr>
        <p:spPr>
          <a:xfrm>
            <a:off x="228600" y="6357240"/>
            <a:ext cx="1059120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GISMA University – Berlin – F107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Box 9"/>
          <p:cNvSpPr/>
          <p:nvPr/>
        </p:nvSpPr>
        <p:spPr>
          <a:xfrm>
            <a:off x="11049120" y="6357240"/>
            <a:ext cx="91368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b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fld id="{4198BD3F-9626-42EE-8042-9F0277376AC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228600" y="223920"/>
            <a:ext cx="10591200" cy="68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Click to edit Master title style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5" name="Table 3"/>
          <p:cNvGraphicFramePr/>
          <p:nvPr/>
        </p:nvGraphicFramePr>
        <p:xfrm>
          <a:off x="1523880" y="1066680"/>
          <a:ext cx="9071640" cy="5299200"/>
        </p:xfrm>
        <a:graphic>
          <a:graphicData uri="http://schemas.openxmlformats.org/drawingml/2006/table">
            <a:tbl>
              <a:tblPr/>
              <a:tblGrid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</a:tblGrid>
              <a:tr h="324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324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324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324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324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324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324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324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4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324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324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324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324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324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324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324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Custom Layou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6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049120" y="223920"/>
            <a:ext cx="913680" cy="91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TextBox 8"/>
          <p:cNvSpPr/>
          <p:nvPr/>
        </p:nvSpPr>
        <p:spPr>
          <a:xfrm>
            <a:off x="228600" y="6357240"/>
            <a:ext cx="1059120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GISMA University – Berlin – F107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Box 9"/>
          <p:cNvSpPr/>
          <p:nvPr/>
        </p:nvSpPr>
        <p:spPr>
          <a:xfrm>
            <a:off x="11049120" y="6357240"/>
            <a:ext cx="91368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b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fld id="{201D50F7-3AD1-43CA-BBC7-6BDCB3C1DE3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228600" y="223920"/>
            <a:ext cx="10591200" cy="68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Click to edit Master title style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0" name="Table 3"/>
          <p:cNvGraphicFramePr/>
          <p:nvPr/>
        </p:nvGraphicFramePr>
        <p:xfrm>
          <a:off x="1559880" y="1066680"/>
          <a:ext cx="7775640" cy="4968000"/>
        </p:xfrm>
        <a:graphic>
          <a:graphicData uri="http://schemas.openxmlformats.org/drawingml/2006/table">
            <a:tbl>
              <a:tblPr/>
              <a:tblGrid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</a:tblGrid>
              <a:tr h="324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324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324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324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324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324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324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324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324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324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324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324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324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324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324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Montserrat"/>
                      </a:endParaRPr>
                    </a:p>
                  </a:txBody>
                  <a:tcPr anchor="t" marL="91440" marR="9144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diagramData" Target="../diagrams/data1.xml"/><Relationship Id="rId2" Type="http://schemas.openxmlformats.org/officeDocument/2006/relationships/diagramLayout" Target="../diagrams/layout1.xml"/><Relationship Id="rId3" Type="http://schemas.openxmlformats.org/officeDocument/2006/relationships/diagramQuickStyle" Target="../diagrams/quickStyle1.xml"/><Relationship Id="rId4" Type="http://schemas.openxmlformats.org/officeDocument/2006/relationships/diagramColors" Target="../diagrams/colors1.xml"/><Relationship Id="rId5" Type="http://schemas.microsoft.com/office/2007/relationships/diagramDrawing" Target="../diagrams/drawing1.xml"/><Relationship Id="rId6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diagramData" Target="../diagrams/data2.xml"/><Relationship Id="rId2" Type="http://schemas.openxmlformats.org/officeDocument/2006/relationships/diagramLayout" Target="../diagrams/layout2.xml"/><Relationship Id="rId3" Type="http://schemas.openxmlformats.org/officeDocument/2006/relationships/diagramQuickStyle" Target="../diagrams/quickStyle2.xml"/><Relationship Id="rId4" Type="http://schemas.openxmlformats.org/officeDocument/2006/relationships/diagramColors" Target="../diagrams/colors2.xml"/><Relationship Id="rId5" Type="http://schemas.microsoft.com/office/2007/relationships/diagramDrawing" Target="../diagrams/drawing2.xml"/><Relationship Id="rId6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diagramData" Target="../diagrams/data3.xml"/><Relationship Id="rId2" Type="http://schemas.openxmlformats.org/officeDocument/2006/relationships/diagramLayout" Target="../diagrams/layout3.xml"/><Relationship Id="rId3" Type="http://schemas.openxmlformats.org/officeDocument/2006/relationships/diagramQuickStyle" Target="../diagrams/quickStyle3.xml"/><Relationship Id="rId4" Type="http://schemas.openxmlformats.org/officeDocument/2006/relationships/diagramColors" Target="../diagrams/colors3.xml"/><Relationship Id="rId5" Type="http://schemas.microsoft.com/office/2007/relationships/diagramDrawing" Target="../diagrams/drawing3.xml"/><Relationship Id="rId6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svg"/><Relationship Id="rId3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diagramData" Target="../diagrams/data4.xml"/><Relationship Id="rId2" Type="http://schemas.openxmlformats.org/officeDocument/2006/relationships/diagramLayout" Target="../diagrams/layout4.xml"/><Relationship Id="rId3" Type="http://schemas.openxmlformats.org/officeDocument/2006/relationships/diagramQuickStyle" Target="../diagrams/quickStyle4.xml"/><Relationship Id="rId4" Type="http://schemas.openxmlformats.org/officeDocument/2006/relationships/diagramColors" Target="../diagrams/colors4.xml"/><Relationship Id="rId5" Type="http://schemas.microsoft.com/office/2007/relationships/diagramDrawing" Target="../diagrams/drawing4.xml"/><Relationship Id="rId6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image" Target="../media/image12.jpeg"/><Relationship Id="rId3" Type="http://schemas.openxmlformats.org/officeDocument/2006/relationships/image" Target="../media/image13.jpeg"/><Relationship Id="rId4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2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2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slideLayout" Target="../slideLayouts/slideLayout2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2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2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723960" y="3276720"/>
            <a:ext cx="10743480" cy="289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F107 – Foundations of Computer Science</a:t>
            </a:r>
            <a:br>
              <a:rPr sz="4000"/>
            </a:br>
            <a:br>
              <a:rPr sz="4000"/>
            </a:b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Lecture 1</a:t>
            </a:r>
            <a:br>
              <a:rPr sz="4000"/>
            </a:br>
            <a:br>
              <a:rPr sz="4000"/>
            </a:b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Dr. Sanjit Kumar Saha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/>
          </p:nvPr>
        </p:nvSpPr>
        <p:spPr>
          <a:xfrm>
            <a:off x="228600" y="1135080"/>
            <a:ext cx="11734200" cy="499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284"/>
              </a:spcBef>
              <a:spcAft>
                <a:spcPts val="283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Foundations of Computer Science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782"/>
              </a:spcBef>
              <a:spcAft>
                <a:spcPts val="283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Computation models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782"/>
              </a:spcBef>
              <a:spcAft>
                <a:spcPts val="283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Computer components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782"/>
              </a:spcBef>
              <a:spcAft>
                <a:spcPts val="283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Hardware vs. Software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782"/>
              </a:spcBef>
              <a:spcAft>
                <a:spcPts val="283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History of computing machines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782"/>
              </a:spcBef>
              <a:spcAft>
                <a:spcPts val="283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Types of computing machines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284"/>
              </a:spcBef>
              <a:spcAft>
                <a:spcPts val="283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Number systems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782"/>
              </a:spcBef>
              <a:spcAft>
                <a:spcPts val="283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Decimal, binary, octal, hexadecimal systems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782"/>
              </a:spcBef>
              <a:spcAft>
                <a:spcPts val="283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Basic arithmetic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284"/>
              </a:spcBef>
              <a:spcAft>
                <a:spcPts val="283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“Foundations of CS” by B. Forouzan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782"/>
              </a:spcBef>
              <a:spcAft>
                <a:spcPts val="283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Chapters 1 and 2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title"/>
          </p:nvPr>
        </p:nvSpPr>
        <p:spPr>
          <a:xfrm>
            <a:off x="228600" y="223920"/>
            <a:ext cx="10591200" cy="68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Topics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/>
          </p:nvPr>
        </p:nvSpPr>
        <p:spPr>
          <a:xfrm>
            <a:off x="228600" y="1135080"/>
            <a:ext cx="11734200" cy="499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What is a computer?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Electronic device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Takes input (instructions from the user), process it and gives the desired output (result)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title"/>
          </p:nvPr>
        </p:nvSpPr>
        <p:spPr>
          <a:xfrm>
            <a:off x="228600" y="223920"/>
            <a:ext cx="10591200" cy="68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Computer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/>
          </p:nvPr>
        </p:nvSpPr>
        <p:spPr>
          <a:xfrm>
            <a:off x="228600" y="1135080"/>
            <a:ext cx="11734200" cy="499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What is a computer?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title"/>
          </p:nvPr>
        </p:nvSpPr>
        <p:spPr>
          <a:xfrm>
            <a:off x="228600" y="223920"/>
            <a:ext cx="10591200" cy="68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Computer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" name="Diagram1"/>
          <p:cNvGraphicFramePr/>
          <p:nvPr>
            <p:extLst>
              <p:ext uri="{D42A27DB-BD31-4B8C-83A1-F6EECF244321}">
                <p14:modId xmlns:p14="http://schemas.microsoft.com/office/powerpoint/2010/main" val="1911024834"/>
              </p:ext>
            </p:extLst>
          </p:nvPr>
        </p:nvGraphicFramePr>
        <p:xfrm>
          <a:off x="2031840" y="304920"/>
          <a:ext cx="8127360" cy="400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/>
          </p:nvPr>
        </p:nvSpPr>
        <p:spPr>
          <a:xfrm>
            <a:off x="228600" y="1135080"/>
            <a:ext cx="11734200" cy="499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What is a computer?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title"/>
          </p:nvPr>
        </p:nvSpPr>
        <p:spPr>
          <a:xfrm>
            <a:off x="228600" y="223920"/>
            <a:ext cx="10591200" cy="68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Computer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" name="Diagram2"/>
          <p:cNvGraphicFramePr/>
          <p:nvPr>
            <p:extLst>
              <p:ext uri="{D42A27DB-BD31-4B8C-83A1-F6EECF244321}">
                <p14:modId xmlns:p14="http://schemas.microsoft.com/office/powerpoint/2010/main" val="492630635"/>
              </p:ext>
            </p:extLst>
          </p:nvPr>
        </p:nvGraphicFramePr>
        <p:xfrm>
          <a:off x="2031840" y="304920"/>
          <a:ext cx="8127360" cy="400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grpSp>
        <p:nvGrpSpPr>
          <p:cNvPr id="50" name="Group 10"/>
          <p:cNvGrpSpPr/>
          <p:nvPr/>
        </p:nvGrpSpPr>
        <p:grpSpPr>
          <a:xfrm>
            <a:off x="5028480" y="3101760"/>
            <a:ext cx="2134440" cy="1868400"/>
            <a:chOff x="5028480" y="3101760"/>
            <a:chExt cx="2134440" cy="1868400"/>
          </a:xfrm>
        </p:grpSpPr>
        <p:grpSp>
          <p:nvGrpSpPr>
            <p:cNvPr id="51" name="Group 4"/>
            <p:cNvGrpSpPr/>
            <p:nvPr/>
          </p:nvGrpSpPr>
          <p:grpSpPr>
            <a:xfrm>
              <a:off x="5028480" y="3689640"/>
              <a:ext cx="2134440" cy="1280520"/>
              <a:chOff x="5028480" y="3689640"/>
              <a:chExt cx="2134440" cy="1280520"/>
            </a:xfrm>
          </p:grpSpPr>
          <p:sp>
            <p:nvSpPr>
              <p:cNvPr id="52" name="Rectangle: Rounded Corners 5"/>
              <p:cNvSpPr/>
              <p:nvPr/>
            </p:nvSpPr>
            <p:spPr>
              <a:xfrm>
                <a:off x="5028480" y="3689640"/>
                <a:ext cx="2134440" cy="1280520"/>
              </a:xfrm>
              <a:prstGeom prst="roundRect">
                <a:avLst>
                  <a:gd name="adj" fmla="val 10000"/>
                </a:avLst>
              </a:prstGeom>
              <a:solidFill>
                <a:srgbClr val="c0cf3a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3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3">
                  <a:hueOff val="0"/>
                  <a:satOff val="0"/>
                  <a:lumOff val="0"/>
                  <a:alphaOff val="0"/>
                </a:schemeClr>
              </a:effectRef>
              <a:fontRef idx="minor"/>
            </p:style>
            <p:txBody>
              <a:bodyPr lIns="90000" rIns="90000" tIns="45000" bIns="4500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Montserrat"/>
                </a:endParaRPr>
              </a:p>
            </p:txBody>
          </p:sp>
          <p:sp>
            <p:nvSpPr>
              <p:cNvPr id="53" name="Rectangle: Rounded Corners 4"/>
              <p:cNvSpPr/>
              <p:nvPr/>
            </p:nvSpPr>
            <p:spPr>
              <a:xfrm>
                <a:off x="5065920" y="3727080"/>
                <a:ext cx="2059560" cy="120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1440" lIns="106560" rIns="106560" tIns="106560" bIns="106560" anchor="ctr">
                <a:noAutofit/>
              </a:bodyPr>
              <a:p>
                <a:pPr algn="ctr" defTabSz="1244520">
                  <a:lnSpc>
                    <a:spcPct val="90000"/>
                  </a:lnSpc>
                  <a:spcAft>
                    <a:spcPts val="981"/>
                  </a:spcAft>
                  <a:tabLst>
                    <a:tab algn="l" pos="0"/>
                  </a:tabLst>
                </a:pPr>
                <a:r>
                  <a:rPr b="0" lang="en-US" sz="2800" strike="noStrike" u="none">
                    <a:solidFill>
                      <a:schemeClr val="lt1"/>
                    </a:solidFill>
                    <a:effectLst/>
                    <a:uFillTx/>
                    <a:latin typeface="Montserrat"/>
                  </a:rPr>
                  <a:t>Program</a:t>
                </a:r>
                <a:endParaRPr b="0" lang="en-US" sz="2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54" name="Group 7"/>
            <p:cNvGrpSpPr/>
            <p:nvPr/>
          </p:nvGrpSpPr>
          <p:grpSpPr>
            <a:xfrm>
              <a:off x="5831280" y="3101760"/>
              <a:ext cx="528840" cy="451800"/>
              <a:chOff x="5831280" y="3101760"/>
              <a:chExt cx="528840" cy="451800"/>
            </a:xfrm>
          </p:grpSpPr>
          <p:sp>
            <p:nvSpPr>
              <p:cNvPr id="55" name="Arrow: Right 8"/>
              <p:cNvSpPr/>
              <p:nvPr/>
            </p:nvSpPr>
            <p:spPr>
              <a:xfrm rot="16200000">
                <a:off x="5869800" y="3063240"/>
                <a:ext cx="451800" cy="528840"/>
              </a:xfrm>
              <a:prstGeom prst="rightArrow">
                <a:avLst>
                  <a:gd name="adj1" fmla="val 60000"/>
                  <a:gd name="adj2" fmla="val 50000"/>
                </a:avLst>
              </a:prstGeom>
              <a:solidFill>
                <a:srgbClr val="dce3ae"/>
              </a:solidFill>
              <a:ln w="0">
                <a:noFill/>
              </a:ln>
            </p:spPr>
            <p:style>
              <a:lnRef idx="0">
                <a:schemeClr val="accent3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3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3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/>
            </p:style>
            <p:txBody>
              <a:bodyPr lIns="90000" rIns="90000" tIns="45000" bIns="4500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Montserrat"/>
                </a:endParaRPr>
              </a:p>
            </p:txBody>
          </p:sp>
          <p:sp>
            <p:nvSpPr>
              <p:cNvPr id="56" name="Arrow: Right 4"/>
              <p:cNvSpPr/>
              <p:nvPr/>
            </p:nvSpPr>
            <p:spPr>
              <a:xfrm rot="16200000">
                <a:off x="5937480" y="3236760"/>
                <a:ext cx="316080" cy="317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1440" lIns="0" rIns="0" tIns="0" bIns="0" anchor="ctr">
                <a:noAutofit/>
              </a:bodyPr>
              <a:p>
                <a:pPr algn="ctr" defTabSz="977760">
                  <a:lnSpc>
                    <a:spcPct val="90000"/>
                  </a:lnSpc>
                  <a:spcAft>
                    <a:spcPts val="771"/>
                  </a:spcAft>
                  <a:tabLst>
                    <a:tab algn="l" pos="0"/>
                  </a:tabLst>
                </a:pPr>
                <a:endParaRPr b="0" lang="en-US" sz="2200" strike="noStrike" u="none">
                  <a:solidFill>
                    <a:schemeClr val="lt1"/>
                  </a:solidFill>
                  <a:effectLst/>
                  <a:uFillTx/>
                  <a:latin typeface="Montserrat"/>
                </a:endParaRPr>
              </a:p>
            </p:txBody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/>
          </p:nvPr>
        </p:nvSpPr>
        <p:spPr>
          <a:xfrm>
            <a:off x="228600" y="1135080"/>
            <a:ext cx="11734200" cy="499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What is a computer?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Programmable processor that transforms inputs in well-defined manner into outputs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title"/>
          </p:nvPr>
        </p:nvSpPr>
        <p:spPr>
          <a:xfrm>
            <a:off x="228600" y="223920"/>
            <a:ext cx="10591200" cy="68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Computer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" name="Diagram3"/>
          <p:cNvGraphicFramePr/>
          <p:nvPr>
            <p:extLst>
              <p:ext uri="{D42A27DB-BD31-4B8C-83A1-F6EECF244321}">
                <p14:modId xmlns:p14="http://schemas.microsoft.com/office/powerpoint/2010/main" val="649402979"/>
              </p:ext>
            </p:extLst>
          </p:nvPr>
        </p:nvGraphicFramePr>
        <p:xfrm>
          <a:off x="2031840" y="304920"/>
          <a:ext cx="8127360" cy="400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grpSp>
        <p:nvGrpSpPr>
          <p:cNvPr id="59" name="Group 10"/>
          <p:cNvGrpSpPr/>
          <p:nvPr/>
        </p:nvGrpSpPr>
        <p:grpSpPr>
          <a:xfrm>
            <a:off x="5028480" y="3101760"/>
            <a:ext cx="2134440" cy="1868400"/>
            <a:chOff x="5028480" y="3101760"/>
            <a:chExt cx="2134440" cy="1868400"/>
          </a:xfrm>
        </p:grpSpPr>
        <p:grpSp>
          <p:nvGrpSpPr>
            <p:cNvPr id="60" name="Group 4"/>
            <p:cNvGrpSpPr/>
            <p:nvPr/>
          </p:nvGrpSpPr>
          <p:grpSpPr>
            <a:xfrm>
              <a:off x="5028480" y="3689640"/>
              <a:ext cx="2134440" cy="1280520"/>
              <a:chOff x="5028480" y="3689640"/>
              <a:chExt cx="2134440" cy="1280520"/>
            </a:xfrm>
          </p:grpSpPr>
          <p:sp>
            <p:nvSpPr>
              <p:cNvPr id="61" name="Rectangle: Rounded Corners 5"/>
              <p:cNvSpPr/>
              <p:nvPr/>
            </p:nvSpPr>
            <p:spPr>
              <a:xfrm>
                <a:off x="5028480" y="3689640"/>
                <a:ext cx="2134440" cy="1280520"/>
              </a:xfrm>
              <a:prstGeom prst="roundRect">
                <a:avLst>
                  <a:gd name="adj" fmla="val 10000"/>
                </a:avLst>
              </a:prstGeom>
              <a:solidFill>
                <a:srgbClr val="c0cf3a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3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3">
                  <a:hueOff val="0"/>
                  <a:satOff val="0"/>
                  <a:lumOff val="0"/>
                  <a:alphaOff val="0"/>
                </a:schemeClr>
              </a:effectRef>
              <a:fontRef idx="minor"/>
            </p:style>
            <p:txBody>
              <a:bodyPr lIns="90000" rIns="90000" tIns="45000" bIns="4500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Montserrat"/>
                </a:endParaRPr>
              </a:p>
            </p:txBody>
          </p:sp>
          <p:sp>
            <p:nvSpPr>
              <p:cNvPr id="62" name="Rectangle: Rounded Corners 4"/>
              <p:cNvSpPr/>
              <p:nvPr/>
            </p:nvSpPr>
            <p:spPr>
              <a:xfrm>
                <a:off x="5065920" y="3727080"/>
                <a:ext cx="2059560" cy="120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1440" lIns="106560" rIns="106560" tIns="106560" bIns="106560" anchor="ctr">
                <a:noAutofit/>
              </a:bodyPr>
              <a:p>
                <a:pPr algn="ctr" defTabSz="1244520">
                  <a:lnSpc>
                    <a:spcPct val="90000"/>
                  </a:lnSpc>
                  <a:spcAft>
                    <a:spcPts val="981"/>
                  </a:spcAft>
                  <a:tabLst>
                    <a:tab algn="l" pos="0"/>
                  </a:tabLst>
                </a:pPr>
                <a:r>
                  <a:rPr b="0" lang="en-US" sz="2800" strike="noStrike" u="none">
                    <a:solidFill>
                      <a:schemeClr val="lt1"/>
                    </a:solidFill>
                    <a:effectLst/>
                    <a:uFillTx/>
                    <a:latin typeface="Montserrat"/>
                  </a:rPr>
                  <a:t>Program</a:t>
                </a:r>
                <a:endParaRPr b="0" lang="en-US" sz="2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63" name="Group 7"/>
            <p:cNvGrpSpPr/>
            <p:nvPr/>
          </p:nvGrpSpPr>
          <p:grpSpPr>
            <a:xfrm>
              <a:off x="5831280" y="3101760"/>
              <a:ext cx="528840" cy="451800"/>
              <a:chOff x="5831280" y="3101760"/>
              <a:chExt cx="528840" cy="451800"/>
            </a:xfrm>
          </p:grpSpPr>
          <p:sp>
            <p:nvSpPr>
              <p:cNvPr id="64" name="Arrow: Right 8"/>
              <p:cNvSpPr/>
              <p:nvPr/>
            </p:nvSpPr>
            <p:spPr>
              <a:xfrm rot="16200000">
                <a:off x="5869800" y="3063240"/>
                <a:ext cx="451800" cy="528840"/>
              </a:xfrm>
              <a:prstGeom prst="rightArrow">
                <a:avLst>
                  <a:gd name="adj1" fmla="val 60000"/>
                  <a:gd name="adj2" fmla="val 50000"/>
                </a:avLst>
              </a:prstGeom>
              <a:solidFill>
                <a:srgbClr val="dce3ae"/>
              </a:solidFill>
              <a:ln w="0">
                <a:noFill/>
              </a:ln>
            </p:spPr>
            <p:style>
              <a:lnRef idx="0">
                <a:schemeClr val="accent3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3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3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/>
            </p:style>
            <p:txBody>
              <a:bodyPr lIns="90000" rIns="90000" tIns="45000" bIns="4500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Montserrat"/>
                </a:endParaRPr>
              </a:p>
            </p:txBody>
          </p:sp>
          <p:sp>
            <p:nvSpPr>
              <p:cNvPr id="65" name="Arrow: Right 4"/>
              <p:cNvSpPr/>
              <p:nvPr/>
            </p:nvSpPr>
            <p:spPr>
              <a:xfrm rot="16200000">
                <a:off x="5937480" y="3236760"/>
                <a:ext cx="316080" cy="317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1440" lIns="0" rIns="0" tIns="0" bIns="0" anchor="ctr">
                <a:noAutofit/>
              </a:bodyPr>
              <a:p>
                <a:pPr algn="ctr" defTabSz="977760">
                  <a:lnSpc>
                    <a:spcPct val="90000"/>
                  </a:lnSpc>
                  <a:spcAft>
                    <a:spcPts val="771"/>
                  </a:spcAft>
                  <a:tabLst>
                    <a:tab algn="l" pos="0"/>
                  </a:tabLst>
                </a:pPr>
                <a:endParaRPr b="0" lang="en-US" sz="2200" strike="noStrike" u="none">
                  <a:solidFill>
                    <a:schemeClr val="lt1"/>
                  </a:solidFill>
                  <a:effectLst/>
                  <a:uFillTx/>
                  <a:latin typeface="Montserrat"/>
                </a:endParaRPr>
              </a:p>
            </p:txBody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/>
          </p:nvPr>
        </p:nvSpPr>
        <p:spPr>
          <a:xfrm>
            <a:off x="228600" y="1135080"/>
            <a:ext cx="11734200" cy="5265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Formalization proposed by Alan Turing in 1936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Theoretical device that edits symbols on a tape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Defines computability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Basis for theoretical computer science and current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computers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Montserrat"/>
                <a:ea typeface="Arial Unicode MS"/>
              </a:rPr>
              <a:t>Operation of a specific Turing Machine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  <a:ea typeface="Arial Unicode MS"/>
              </a:rPr>
              <a:t>Infinitely long memory tape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Montserrat"/>
                <a:ea typeface="Arial Unicode MS"/>
              </a:rPr>
              <a:t>Discrete cells containing symbols from an alphabet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  <a:ea typeface="Arial Unicode MS"/>
              </a:rPr>
              <a:t>Machine has two major components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Montserrat"/>
                <a:ea typeface="Arial Unicode MS"/>
              </a:rPr>
              <a:t>Head points at a cell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Montserrat"/>
                <a:ea typeface="Arial Unicode MS"/>
              </a:rPr>
              <a:t>State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  <a:ea typeface="Arial Unicode MS"/>
              </a:rPr>
              <a:t>Actions: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Montserrat"/>
                <a:ea typeface="Arial Unicode MS"/>
              </a:rPr>
              <a:t>Process content of cell, depending on current state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Montserrat"/>
                <a:ea typeface="Arial Unicode MS"/>
              </a:rPr>
              <a:t>Go to left, go to right, or halt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title"/>
          </p:nvPr>
        </p:nvSpPr>
        <p:spPr>
          <a:xfrm>
            <a:off x="228600" y="223920"/>
            <a:ext cx="10591200" cy="68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Turing Machine Model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" name="Picture 4" descr="A machine with a clear plastic strip&#10;&#10;AI-generated content may be incorrect."/>
          <p:cNvPicPr/>
          <p:nvPr/>
        </p:nvPicPr>
        <p:blipFill>
          <a:blip r:embed="rId1"/>
          <a:stretch/>
        </p:blipFill>
        <p:spPr>
          <a:xfrm>
            <a:off x="8001000" y="1219320"/>
            <a:ext cx="3961800" cy="2640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" name="Graphic 6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962120" y="4366080"/>
            <a:ext cx="4065840" cy="73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TextBox 7"/>
          <p:cNvSpPr/>
          <p:nvPr/>
        </p:nvSpPr>
        <p:spPr>
          <a:xfrm>
            <a:off x="10764360" y="6518880"/>
            <a:ext cx="1294920" cy="2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Pictures: Wikipedia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/>
          </p:nvPr>
        </p:nvSpPr>
        <p:spPr>
          <a:xfrm>
            <a:off x="228600" y="1135080"/>
            <a:ext cx="11734200" cy="499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What about different tasks?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Tasks have an own associated Turing machine (or multiple)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Generalization: Universal Turing Machine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A single machine that can simulate any other Turing machine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Interprets both as input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Description of a specific Turing Machine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Actual data to work 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Introduces programmability into theoretical computing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Important ability: “Turing Completeness”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A “computing device” that can simulate any Turing Machine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title"/>
          </p:nvPr>
        </p:nvSpPr>
        <p:spPr>
          <a:xfrm>
            <a:off x="228600" y="223920"/>
            <a:ext cx="10591200" cy="68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Universal Turing Machine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Rectangle 3"/>
          <p:cNvSpPr/>
          <p:nvPr/>
        </p:nvSpPr>
        <p:spPr>
          <a:xfrm>
            <a:off x="9296280" y="1447920"/>
            <a:ext cx="2666160" cy="689760"/>
          </a:xfrm>
          <a:prstGeom prst="rect">
            <a:avLst/>
          </a:prstGeom>
          <a:solidFill>
            <a:srgbClr val="c0cf3a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Not all tasks can be computed!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/>
          </p:nvPr>
        </p:nvSpPr>
        <p:spPr>
          <a:xfrm>
            <a:off x="228600" y="1135080"/>
            <a:ext cx="11734200" cy="511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Concept introduced in 1945 by John von Neumann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Foundation in most modern computer systems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Hardware vs. Software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title"/>
          </p:nvPr>
        </p:nvSpPr>
        <p:spPr>
          <a:xfrm>
            <a:off x="228600" y="223920"/>
            <a:ext cx="10591200" cy="68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Von Neumann Architecture Model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5"/>
          <p:cNvSpPr/>
          <p:nvPr/>
        </p:nvSpPr>
        <p:spPr>
          <a:xfrm>
            <a:off x="10764360" y="6518880"/>
            <a:ext cx="1294920" cy="2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Pictures: Wikipedia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/>
          </p:nvPr>
        </p:nvSpPr>
        <p:spPr>
          <a:xfrm>
            <a:off x="228600" y="1135080"/>
            <a:ext cx="11734200" cy="511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Concept introduced in 1945 by John von Neumann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Foundation in most modern computer systems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Hardware vs. Software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Computer consists of two major parts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Hardware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Memory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Central processing unit (control unit, ALU)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Input and outputs (I/O)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Software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Program and data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Both stored in the same memory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Extensions of the V-N-A: Specialized hardware components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title"/>
          </p:nvPr>
        </p:nvSpPr>
        <p:spPr>
          <a:xfrm>
            <a:off x="228600" y="223920"/>
            <a:ext cx="10591200" cy="68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Von Neumann Architecture Model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" name="Graphic 4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7105680" y="2229120"/>
            <a:ext cx="4857120" cy="280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TextBox 5"/>
          <p:cNvSpPr/>
          <p:nvPr/>
        </p:nvSpPr>
        <p:spPr>
          <a:xfrm>
            <a:off x="10764360" y="6518880"/>
            <a:ext cx="1294920" cy="2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Pictures: Wikipedia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/>
          </p:nvPr>
        </p:nvSpPr>
        <p:spPr>
          <a:xfrm>
            <a:off x="228600" y="1135080"/>
            <a:ext cx="11734200" cy="499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Hardware: physical parts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Mainboard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CPU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Memory (RAM, HDD, SSD, …)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Software: operational instructions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Operating System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Programs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Data: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Binary format representation of values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title"/>
          </p:nvPr>
        </p:nvSpPr>
        <p:spPr>
          <a:xfrm>
            <a:off x="228600" y="223920"/>
            <a:ext cx="10591200" cy="68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Components of a (Present-Day) Computer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/>
          </p:nvPr>
        </p:nvSpPr>
        <p:spPr>
          <a:xfrm>
            <a:off x="228600" y="1135080"/>
            <a:ext cx="11734200" cy="5188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Instruction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Most basic single task for a CPU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Algorithms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Step-by-step methods to solve problems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Programs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Sequences of instructions that realize algorithms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Instructions are grouped into functions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Allow to reuse sets of instructions to make programming scalable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Take inputs and generate outputs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Programming language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Formal representation of instructions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Following specific syntax and have semantics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High-level and low-level languages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title"/>
          </p:nvPr>
        </p:nvSpPr>
        <p:spPr>
          <a:xfrm>
            <a:off x="228600" y="223920"/>
            <a:ext cx="10591200" cy="68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Programs and Algorithms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/>
          </p:nvPr>
        </p:nvSpPr>
        <p:spPr>
          <a:xfrm>
            <a:off x="228600" y="1135080"/>
            <a:ext cx="11734200" cy="499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Taxonomies based on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title"/>
          </p:nvPr>
        </p:nvSpPr>
        <p:spPr>
          <a:xfrm>
            <a:off x="228600" y="223920"/>
            <a:ext cx="10591200" cy="68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Taxonomy of Computers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" name="Diagram4"/>
          <p:cNvGraphicFramePr/>
          <p:nvPr>
            <p:extLst>
              <p:ext uri="{D42A27DB-BD31-4B8C-83A1-F6EECF244321}">
                <p14:modId xmlns:p14="http://schemas.microsoft.com/office/powerpoint/2010/main" val="3961942070"/>
              </p:ext>
            </p:extLst>
          </p:nvPr>
        </p:nvGraphicFramePr>
        <p:xfrm>
          <a:off x="533520" y="1600200"/>
          <a:ext cx="11429280" cy="464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/>
          </p:nvPr>
        </p:nvSpPr>
        <p:spPr>
          <a:xfrm>
            <a:off x="228600" y="1135080"/>
            <a:ext cx="11734200" cy="499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Pascaline (1642) – mechanical adder (Pascal)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Leibniz Wheel (17</a:t>
            </a:r>
            <a:r>
              <a:rPr b="0" lang="en-US" sz="2400" strike="noStrike" u="none" baseline="30000">
                <a:solidFill>
                  <a:schemeClr val="dk1"/>
                </a:solidFill>
                <a:effectLst/>
                <a:uFillTx/>
                <a:latin typeface="Montserrat"/>
              </a:rPr>
              <a:t>th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 century) – four-function calculator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Jacquard Loom (1804) – punch card programming for looms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Analytical Engine (1837) – Babbage created device that had ALU, memory, and control engine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Enigma (1940) – Encryption and decryption machine for secure communication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title"/>
          </p:nvPr>
        </p:nvSpPr>
        <p:spPr>
          <a:xfrm>
            <a:off x="228600" y="223920"/>
            <a:ext cx="10591200" cy="68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History of Mechanical Computing Machines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3"/>
          <p:cNvSpPr/>
          <p:nvPr/>
        </p:nvSpPr>
        <p:spPr>
          <a:xfrm>
            <a:off x="10764360" y="6518880"/>
            <a:ext cx="1294920" cy="2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Pictures: Wikipedia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0" name="Group 13"/>
          <p:cNvGrpSpPr/>
          <p:nvPr/>
        </p:nvGrpSpPr>
        <p:grpSpPr>
          <a:xfrm>
            <a:off x="1352880" y="4160160"/>
            <a:ext cx="9485640" cy="2165400"/>
            <a:chOff x="1352880" y="4160160"/>
            <a:chExt cx="9485640" cy="2165400"/>
          </a:xfrm>
        </p:grpSpPr>
        <p:pic>
          <p:nvPicPr>
            <p:cNvPr id="91" name="Picture 5" descr="A close-up of a machine&#10;&#10;AI-generated content may be incorrect."/>
            <p:cNvPicPr/>
            <p:nvPr/>
          </p:nvPicPr>
          <p:blipFill>
            <a:blip r:embed="rId1"/>
            <a:stretch/>
          </p:blipFill>
          <p:spPr>
            <a:xfrm>
              <a:off x="1352880" y="4160160"/>
              <a:ext cx="3248280" cy="21654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2" name="Picture 7" descr="An old machine with many buttons&#10;&#10;AI-generated content may be incorrect."/>
            <p:cNvPicPr/>
            <p:nvPr/>
          </p:nvPicPr>
          <p:blipFill>
            <a:blip r:embed="rId2"/>
            <a:stretch/>
          </p:blipFill>
          <p:spPr>
            <a:xfrm>
              <a:off x="8852760" y="4160160"/>
              <a:ext cx="1985760" cy="21654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3" name="Picture 9" descr="A gold machine in a glass case&#10;&#10;AI-generated content may be incorrect."/>
            <p:cNvPicPr/>
            <p:nvPr/>
          </p:nvPicPr>
          <p:blipFill>
            <a:blip r:embed="rId3"/>
            <a:stretch/>
          </p:blipFill>
          <p:spPr>
            <a:xfrm>
              <a:off x="5283360" y="4160160"/>
              <a:ext cx="2887200" cy="21654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/>
          </p:nvPr>
        </p:nvSpPr>
        <p:spPr>
          <a:xfrm>
            <a:off x="228600" y="1135080"/>
            <a:ext cx="11734200" cy="499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Z3 (1941): Konrad Zuse invented first programmable electronic computer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ENIAC (1945): first general-purpose computer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EDSAC (1949): first to use stored program concept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TRADIC (1954): first transistor-based computer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title"/>
          </p:nvPr>
        </p:nvSpPr>
        <p:spPr>
          <a:xfrm>
            <a:off x="228600" y="223920"/>
            <a:ext cx="10591200" cy="68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History of Electronical Computing Machines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Picture 4" descr="A large machine with many keys&#10;&#10;AI-generated content may be incorrect."/>
          <p:cNvPicPr/>
          <p:nvPr/>
        </p:nvPicPr>
        <p:blipFill>
          <a:blip r:embed="rId1"/>
          <a:stretch/>
        </p:blipFill>
        <p:spPr>
          <a:xfrm>
            <a:off x="627120" y="3118680"/>
            <a:ext cx="4057560" cy="3043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7" name="Picture 6" descr="A group of people working in a room&#10;&#10;AI-generated content may be incorrect."/>
          <p:cNvPicPr/>
          <p:nvPr/>
        </p:nvPicPr>
        <p:blipFill>
          <a:blip r:embed="rId2"/>
          <a:stretch/>
        </p:blipFill>
        <p:spPr>
          <a:xfrm>
            <a:off x="5181480" y="3118680"/>
            <a:ext cx="3983040" cy="3043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8" name="Picture 8" descr="Men working in a room with a computer&#10;&#10;AI-generated content may be incorrect."/>
          <p:cNvPicPr/>
          <p:nvPr/>
        </p:nvPicPr>
        <p:blipFill>
          <a:blip r:embed="rId3"/>
          <a:stretch/>
        </p:blipFill>
        <p:spPr>
          <a:xfrm>
            <a:off x="9661680" y="3118680"/>
            <a:ext cx="2198520" cy="304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TextBox 9"/>
          <p:cNvSpPr/>
          <p:nvPr/>
        </p:nvSpPr>
        <p:spPr>
          <a:xfrm>
            <a:off x="10764360" y="6518880"/>
            <a:ext cx="1294920" cy="2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Pictures: Wikipedia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/>
          </p:nvPr>
        </p:nvSpPr>
        <p:spPr>
          <a:xfrm>
            <a:off x="228600" y="1135080"/>
            <a:ext cx="11734200" cy="499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Number systems define representation of numbers using symbols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Positional systems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Non-positional systems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Symbols represent certain meaning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Can be combined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Humans: Decimal System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Base-10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Machines: Binary System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Base-2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title"/>
          </p:nvPr>
        </p:nvSpPr>
        <p:spPr>
          <a:xfrm>
            <a:off x="228600" y="223920"/>
            <a:ext cx="10591200" cy="68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Number Systems Overview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2" name="Picture 6" descr="A number and symbols of different languages&#10;&#10;AI-generated content may be incorrect."/>
          <p:cNvPicPr/>
          <p:nvPr/>
        </p:nvPicPr>
        <p:blipFill>
          <a:blip r:embed="rId1"/>
          <a:stretch/>
        </p:blipFill>
        <p:spPr>
          <a:xfrm>
            <a:off x="7238880" y="2362320"/>
            <a:ext cx="4723560" cy="2304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TextBox 7"/>
          <p:cNvSpPr/>
          <p:nvPr/>
        </p:nvSpPr>
        <p:spPr>
          <a:xfrm>
            <a:off x="10764360" y="6518880"/>
            <a:ext cx="1294920" cy="2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Pictures: Wikipedia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/>
          </p:nvPr>
        </p:nvSpPr>
        <p:spPr>
          <a:xfrm>
            <a:off x="228600" y="1135080"/>
            <a:ext cx="11734200" cy="5341320"/>
          </a:xfrm>
          <a:prstGeom prst="rect">
            <a:avLst/>
          </a:prstGeom>
          <a:blipFill rotWithShape="0">
            <a:blip r:embed="rId1"/>
            <a:stretch>
              <a:fillRect l="-727" t="-1482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ffffff">
                    <a:alpha val="1000"/>
                  </a:srgbClr>
                </a:solidFill>
                <a:effectLst/>
                <a:uFillTx/>
                <a:latin typeface="Montserrat"/>
              </a:rPr>
              <a:t> 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title"/>
          </p:nvPr>
        </p:nvSpPr>
        <p:spPr>
          <a:xfrm>
            <a:off x="228600" y="223920"/>
            <a:ext cx="10591200" cy="68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Decimal System (Base-10)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/>
          </p:nvPr>
        </p:nvSpPr>
        <p:spPr>
          <a:xfrm>
            <a:off x="228600" y="1135080"/>
            <a:ext cx="11734200" cy="5341320"/>
          </a:xfrm>
          <a:prstGeom prst="rect">
            <a:avLst/>
          </a:prstGeom>
          <a:blipFill rotWithShape="0">
            <a:blip r:embed="rId1"/>
            <a:stretch>
              <a:fillRect l="-727" t="-1482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ffffff">
                    <a:alpha val="1000"/>
                  </a:srgbClr>
                </a:solidFill>
                <a:effectLst/>
                <a:uFillTx/>
                <a:latin typeface="Montserrat"/>
              </a:rPr>
              <a:t> 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title"/>
          </p:nvPr>
        </p:nvSpPr>
        <p:spPr>
          <a:xfrm>
            <a:off x="228600" y="223920"/>
            <a:ext cx="10591200" cy="68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Binary System (Base-2)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/>
          </p:nvPr>
        </p:nvSpPr>
        <p:spPr>
          <a:xfrm>
            <a:off x="228600" y="1135080"/>
            <a:ext cx="11734200" cy="5112720"/>
          </a:xfrm>
          <a:prstGeom prst="rect">
            <a:avLst/>
          </a:prstGeom>
          <a:blipFill rotWithShape="0">
            <a:blip r:embed="rId1"/>
            <a:stretch>
              <a:fillRect l="-727" t="-1556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ffffff">
                    <a:alpha val="1000"/>
                  </a:srgbClr>
                </a:solidFill>
                <a:effectLst/>
                <a:uFillTx/>
                <a:latin typeface="Montserrat"/>
              </a:rPr>
              <a:t> 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title"/>
          </p:nvPr>
        </p:nvSpPr>
        <p:spPr>
          <a:xfrm>
            <a:off x="228600" y="223920"/>
            <a:ext cx="10591200" cy="68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Octal and Hexadecimal System (Base-8/-16)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/>
          </p:nvPr>
        </p:nvSpPr>
        <p:spPr>
          <a:xfrm>
            <a:off x="228600" y="1135080"/>
            <a:ext cx="11734200" cy="5112720"/>
          </a:xfrm>
          <a:prstGeom prst="rect">
            <a:avLst/>
          </a:prstGeom>
          <a:blipFill rotWithShape="0">
            <a:blip r:embed="rId1"/>
            <a:stretch>
              <a:fillRect l="-727" t="-1556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ffffff">
                    <a:alpha val="1000"/>
                  </a:srgbClr>
                </a:solidFill>
                <a:effectLst/>
                <a:uFillTx/>
                <a:latin typeface="Montserrat"/>
              </a:rPr>
              <a:t> 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title"/>
          </p:nvPr>
        </p:nvSpPr>
        <p:spPr>
          <a:xfrm>
            <a:off x="228600" y="223920"/>
            <a:ext cx="10591200" cy="68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Conversions to Base-10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/>
          </p:nvPr>
        </p:nvSpPr>
        <p:spPr>
          <a:xfrm>
            <a:off x="228600" y="1135080"/>
            <a:ext cx="11734200" cy="4997520"/>
          </a:xfrm>
          <a:prstGeom prst="rect">
            <a:avLst/>
          </a:prstGeom>
          <a:blipFill rotWithShape="0">
            <a:blip r:embed="rId1"/>
            <a:stretch>
              <a:fillRect l="-727" t="-1591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ffffff">
                    <a:alpha val="1000"/>
                  </a:srgbClr>
                </a:solidFill>
                <a:effectLst/>
                <a:uFillTx/>
                <a:latin typeface="Montserrat"/>
              </a:rPr>
              <a:t> 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title"/>
          </p:nvPr>
        </p:nvSpPr>
        <p:spPr>
          <a:xfrm>
            <a:off x="228600" y="223920"/>
            <a:ext cx="10591200" cy="68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Conversions from Base-10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/>
          </p:nvPr>
        </p:nvSpPr>
        <p:spPr>
          <a:xfrm>
            <a:off x="228600" y="1135080"/>
            <a:ext cx="11734200" cy="4997520"/>
          </a:xfrm>
          <a:prstGeom prst="rect">
            <a:avLst/>
          </a:prstGeom>
          <a:blipFill rotWithShape="0">
            <a:blip r:embed="rId1"/>
            <a:stretch>
              <a:fillRect l="-727" t="-1591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ffffff">
                    <a:alpha val="1000"/>
                  </a:srgbClr>
                </a:solidFill>
                <a:effectLst/>
                <a:uFillTx/>
                <a:latin typeface="Montserrat"/>
              </a:rPr>
              <a:t> 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title"/>
          </p:nvPr>
        </p:nvSpPr>
        <p:spPr>
          <a:xfrm>
            <a:off x="228600" y="223920"/>
            <a:ext cx="10591200" cy="68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Real Numbers vs. Integer Numbers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Rectangle 3"/>
          <p:cNvSpPr/>
          <p:nvPr/>
        </p:nvSpPr>
        <p:spPr>
          <a:xfrm>
            <a:off x="8991720" y="4876920"/>
            <a:ext cx="2742480" cy="608760"/>
          </a:xfrm>
          <a:prstGeom prst="rect">
            <a:avLst/>
          </a:prstGeom>
          <a:solidFill>
            <a:srgbClr val="c0cf3a"/>
          </a:solidFill>
          <a:ln>
            <a:solidFill>
              <a:srgbClr val="ffffff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Montserrat"/>
              </a:rPr>
              <a:t>See Session 3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/>
          </p:nvPr>
        </p:nvSpPr>
        <p:spPr>
          <a:xfrm>
            <a:off x="228600" y="1135080"/>
            <a:ext cx="11734200" cy="4997520"/>
          </a:xfrm>
          <a:prstGeom prst="rect">
            <a:avLst/>
          </a:prstGeom>
          <a:blipFill rotWithShape="0">
            <a:blip r:embed="rId1"/>
            <a:stretch>
              <a:fillRect l="-727" t="-1591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ffffff">
                    <a:alpha val="1000"/>
                  </a:srgbClr>
                </a:solidFill>
                <a:effectLst/>
                <a:uFillTx/>
                <a:latin typeface="Montserrat"/>
              </a:rPr>
              <a:t> 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title"/>
          </p:nvPr>
        </p:nvSpPr>
        <p:spPr>
          <a:xfrm>
            <a:off x="228600" y="223920"/>
            <a:ext cx="10591200" cy="68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Arithmetic in Base-2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/>
          </p:nvPr>
        </p:nvSpPr>
        <p:spPr>
          <a:xfrm>
            <a:off x="228600" y="1135080"/>
            <a:ext cx="11734200" cy="4997520"/>
          </a:xfrm>
          <a:prstGeom prst="rect">
            <a:avLst/>
          </a:prstGeom>
          <a:blipFill rotWithShape="0">
            <a:blip r:embed="rId1"/>
            <a:stretch>
              <a:fillRect l="-727" t="-1591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ffffff">
                    <a:alpha val="1000"/>
                  </a:srgbClr>
                </a:solidFill>
                <a:effectLst/>
                <a:uFillTx/>
                <a:latin typeface="Montserrat"/>
              </a:rPr>
              <a:t> 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title"/>
          </p:nvPr>
        </p:nvSpPr>
        <p:spPr>
          <a:xfrm>
            <a:off x="228600" y="223920"/>
            <a:ext cx="10591200" cy="68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Arithmetic in Base-2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/>
          </p:nvPr>
        </p:nvSpPr>
        <p:spPr>
          <a:xfrm>
            <a:off x="228600" y="1135080"/>
            <a:ext cx="11734200" cy="4997520"/>
          </a:xfrm>
          <a:prstGeom prst="rect">
            <a:avLst/>
          </a:prstGeom>
          <a:blipFill rotWithShape="0">
            <a:blip r:embed="rId1"/>
            <a:stretch>
              <a:fillRect l="-727" t="-1591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ffffff">
                    <a:alpha val="1000"/>
                  </a:srgbClr>
                </a:solidFill>
                <a:effectLst/>
                <a:uFillTx/>
                <a:latin typeface="Montserrat"/>
              </a:rPr>
              <a:t> 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title"/>
          </p:nvPr>
        </p:nvSpPr>
        <p:spPr>
          <a:xfrm>
            <a:off x="228600" y="223920"/>
            <a:ext cx="10591200" cy="68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Non-Positional Number Systems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3" name="Table 3"/>
          <p:cNvGraphicFramePr/>
          <p:nvPr/>
        </p:nvGraphicFramePr>
        <p:xfrm>
          <a:off x="6477120" y="2892600"/>
          <a:ext cx="5485680" cy="811800"/>
        </p:xfrm>
        <a:graphic>
          <a:graphicData uri="http://schemas.openxmlformats.org/drawingml/2006/table">
            <a:tbl>
              <a:tblPr/>
              <a:tblGrid>
                <a:gridCol w="783720"/>
                <a:gridCol w="783720"/>
                <a:gridCol w="783720"/>
                <a:gridCol w="783720"/>
                <a:gridCol w="783720"/>
                <a:gridCol w="783720"/>
                <a:gridCol w="78372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Montserrat"/>
                        </a:rPr>
                        <a:t>I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Montserrat"/>
                        </a:rPr>
                        <a:t>V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Montserrat"/>
                        </a:rPr>
                        <a:t>X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Montserrat"/>
                        </a:rPr>
                        <a:t>L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Montserrat"/>
                        </a:rPr>
                        <a:t>C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Montserrat"/>
                        </a:rPr>
                        <a:t>D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Montserrat"/>
                        </a:rPr>
                        <a:t>M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3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Montserrat"/>
                        </a:rPr>
                        <a:t>1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3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Montserrat"/>
                        </a:rPr>
                        <a:t>5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3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Montserrat"/>
                        </a:rPr>
                        <a:t>10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3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Montserrat"/>
                        </a:rPr>
                        <a:t>50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3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Montserrat"/>
                        </a:rPr>
                        <a:t>100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3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Montserrat"/>
                        </a:rPr>
                        <a:t>500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3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Montserrat"/>
                        </a:rPr>
                        <a:t>1000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3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124" name="Picture 5" descr="A close-up of a drawing&#10;&#10;AI-generated content may be incorrect."/>
          <p:cNvPicPr/>
          <p:nvPr/>
        </p:nvPicPr>
        <p:blipFill>
          <a:blip r:embed="rId2"/>
          <a:srcRect l="0" t="0" r="0" b="54843"/>
          <a:stretch/>
        </p:blipFill>
        <p:spPr>
          <a:xfrm>
            <a:off x="6510600" y="4446720"/>
            <a:ext cx="5466960" cy="1906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/>
          </p:nvPr>
        </p:nvSpPr>
        <p:spPr>
          <a:xfrm>
            <a:off x="228600" y="1135080"/>
            <a:ext cx="11734200" cy="499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Explain the key differences between the Turing and Von Neumann models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title"/>
          </p:nvPr>
        </p:nvSpPr>
        <p:spPr>
          <a:xfrm>
            <a:off x="228600" y="223920"/>
            <a:ext cx="10591200" cy="68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Task 1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/>
          </p:nvPr>
        </p:nvSpPr>
        <p:spPr>
          <a:xfrm>
            <a:off x="228600" y="1135080"/>
            <a:ext cx="11734200" cy="499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Create a taxonomy diagram showing types of computers with examples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title"/>
          </p:nvPr>
        </p:nvSpPr>
        <p:spPr>
          <a:xfrm>
            <a:off x="228600" y="223920"/>
            <a:ext cx="10591200" cy="68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Task 2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/>
          </p:nvPr>
        </p:nvSpPr>
        <p:spPr>
          <a:xfrm>
            <a:off x="228600" y="1135080"/>
            <a:ext cx="11734200" cy="499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Describe the historical significance of the Jacquard Loom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title"/>
          </p:nvPr>
        </p:nvSpPr>
        <p:spPr>
          <a:xfrm>
            <a:off x="228600" y="223920"/>
            <a:ext cx="10591200" cy="68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Task 3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/>
          </p:nvPr>
        </p:nvSpPr>
        <p:spPr>
          <a:xfrm>
            <a:off x="228600" y="1135080"/>
            <a:ext cx="11734200" cy="499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List and describe the four components of the Von Neumann architecture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title"/>
          </p:nvPr>
        </p:nvSpPr>
        <p:spPr>
          <a:xfrm>
            <a:off x="228600" y="223920"/>
            <a:ext cx="10591200" cy="68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Task 4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/>
          </p:nvPr>
        </p:nvSpPr>
        <p:spPr>
          <a:xfrm>
            <a:off x="228600" y="1135080"/>
            <a:ext cx="11734200" cy="499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What makes a system 'Turing complete'?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title"/>
          </p:nvPr>
        </p:nvSpPr>
        <p:spPr>
          <a:xfrm>
            <a:off x="228600" y="223920"/>
            <a:ext cx="10591200" cy="68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Task 5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/>
          </p:nvPr>
        </p:nvSpPr>
        <p:spPr>
          <a:xfrm>
            <a:off x="228600" y="1135080"/>
            <a:ext cx="11734200" cy="5112720"/>
          </a:xfrm>
          <a:prstGeom prst="rect">
            <a:avLst/>
          </a:prstGeom>
          <a:blipFill rotWithShape="0">
            <a:blip r:embed="rId1"/>
            <a:stretch>
              <a:fillRect l="-727" t="-1556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ffffff">
                    <a:alpha val="1000"/>
                  </a:srgbClr>
                </a:solidFill>
                <a:effectLst/>
                <a:uFillTx/>
                <a:latin typeface="Montserrat"/>
              </a:rPr>
              <a:t> 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title"/>
          </p:nvPr>
        </p:nvSpPr>
        <p:spPr>
          <a:xfrm>
            <a:off x="228600" y="223920"/>
            <a:ext cx="10591200" cy="68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Task 6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/>
          </p:nvPr>
        </p:nvSpPr>
        <p:spPr>
          <a:xfrm>
            <a:off x="228600" y="1135080"/>
            <a:ext cx="11734200" cy="4997520"/>
          </a:xfrm>
          <a:prstGeom prst="rect">
            <a:avLst/>
          </a:prstGeom>
          <a:blipFill rotWithShape="0">
            <a:blip r:embed="rId1"/>
            <a:stretch>
              <a:fillRect l="-727" t="-1591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ffffff">
                    <a:alpha val="1000"/>
                  </a:srgbClr>
                </a:solidFill>
                <a:effectLst/>
                <a:uFillTx/>
                <a:latin typeface="Montserrat"/>
              </a:rPr>
              <a:t> 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title"/>
          </p:nvPr>
        </p:nvSpPr>
        <p:spPr>
          <a:xfrm>
            <a:off x="228600" y="223920"/>
            <a:ext cx="10591200" cy="68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Task 7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/>
          </p:nvPr>
        </p:nvSpPr>
        <p:spPr>
          <a:xfrm>
            <a:off x="228600" y="1135080"/>
            <a:ext cx="11734200" cy="4997520"/>
          </a:xfrm>
          <a:prstGeom prst="rect">
            <a:avLst/>
          </a:prstGeom>
          <a:blipFill rotWithShape="0">
            <a:blip r:embed="rId1"/>
            <a:stretch>
              <a:fillRect l="-727" t="-1591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ffffff">
                    <a:alpha val="1000"/>
                  </a:srgbClr>
                </a:solidFill>
                <a:effectLst/>
                <a:uFillTx/>
                <a:latin typeface="Montserrat"/>
              </a:rPr>
              <a:t> 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 type="title"/>
          </p:nvPr>
        </p:nvSpPr>
        <p:spPr>
          <a:xfrm>
            <a:off x="228600" y="223920"/>
            <a:ext cx="10591200" cy="68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Task 8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/>
          </p:nvPr>
        </p:nvSpPr>
        <p:spPr>
          <a:xfrm>
            <a:off x="228600" y="1135080"/>
            <a:ext cx="11734200" cy="499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Describe the steps to convert a fractional Base-2 number to Base-10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title"/>
          </p:nvPr>
        </p:nvSpPr>
        <p:spPr>
          <a:xfrm>
            <a:off x="228600" y="223920"/>
            <a:ext cx="10591200" cy="68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Task 9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/>
          </p:nvPr>
        </p:nvSpPr>
        <p:spPr>
          <a:xfrm>
            <a:off x="228600" y="1135080"/>
            <a:ext cx="11734200" cy="499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Describe floating-point representation and mention its limitations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title"/>
          </p:nvPr>
        </p:nvSpPr>
        <p:spPr>
          <a:xfrm>
            <a:off x="228600" y="223920"/>
            <a:ext cx="10591200" cy="68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Task 10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ustom Design">
  <a:themeElements>
    <a:clrScheme name="Green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Custom 1">
      <a:majorFont>
        <a:latin typeface="Montserrat" pitchFamily="0" charset="1"/>
        <a:ea typeface=""/>
        <a:cs typeface=""/>
      </a:majorFont>
      <a:minorFont>
        <a:latin typeface="Montserra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26029</TotalTime>
  <Application>LibreOffice/25.2.3.2$MacOSX_AARCH64 LibreOffice_project/bbb074479178df812d175f709636b368952c2ce3</Application>
  <AppVersion>15.0000</AppVersion>
  <Words>1393</Words>
  <Paragraphs>341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2021-05-04T11:33:38Z</dcterms:created>
  <dc:creator>christian</dc:creator>
  <dc:description/>
  <dc:language>en-US</dc:language>
  <cp:lastModifiedBy/>
  <dcterms:modified xsi:type="dcterms:W3CDTF">2026-07-08T15:31:53Z</dcterms:modified>
  <cp:revision>490</cp:revision>
  <dc:subject/>
  <dc:title>PowerPoint-Präsentation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2</vt:i4>
  </property>
  <property fmtid="{D5CDD505-2E9C-101B-9397-08002B2CF9AE}" pid="3" name="PresentationFormat">
    <vt:lpwstr>Widescreen</vt:lpwstr>
  </property>
  <property fmtid="{D5CDD505-2E9C-101B-9397-08002B2CF9AE}" pid="4" name="Slides">
    <vt:i4>37</vt:i4>
  </property>
</Properties>
</file>