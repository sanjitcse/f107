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media/image1.png" ContentType="image/png"/>
  <Override PartName="/ppt/media/image2.svg" ContentType="image/svg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TextBox 8" hidden="1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9" hidden="1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1018B987-525A-48FD-ADC7-AAC77C71FC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3276720"/>
            <a:ext cx="9143280" cy="28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851360" y="457200"/>
            <a:ext cx="2539440" cy="253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2C625801-4B11-4FD5-858F-37053291BE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228600" y="1135080"/>
            <a:ext cx="11734200" cy="499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2F64838C-E317-4618-8ED7-0884F7DF36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title style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28600" y="1134720"/>
            <a:ext cx="5721120" cy="503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172200" y="1134720"/>
            <a:ext cx="5783400" cy="503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120" y="2239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8"/>
          <p:cNvSpPr/>
          <p:nvPr/>
        </p:nvSpPr>
        <p:spPr>
          <a:xfrm>
            <a:off x="228600" y="6357240"/>
            <a:ext cx="10591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GISMA University – Berlin – F107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9"/>
          <p:cNvSpPr/>
          <p:nvPr/>
        </p:nvSpPr>
        <p:spPr>
          <a:xfrm>
            <a:off x="11049120" y="6357240"/>
            <a:ext cx="9136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550AF092-B697-495D-980A-94DA5EA34A8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86360" y="3276720"/>
            <a:ext cx="11383920" cy="28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F107 – Foundations of Computer Science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Lecture 0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Dr. Sanjit Kumar Saha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03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Foundation course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Contents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1: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Introduction (orga), Computer Models, Number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2: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Data Operations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3: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 Organization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4: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Operating Systems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5: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Computer Networks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6: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Programming Languages and Software Engineering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7: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Data Structures and Algorithms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8: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Databases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9: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Artificial Intelligence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10: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Buffer &amp; Recap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Book: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Forouzan, B. (2017): “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Foundations of Computer Science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”, 4</a:t>
            </a:r>
            <a:r>
              <a:rPr b="0" lang="en-US" sz="2000" strike="noStrike" u="none" baseline="30000">
                <a:solidFill>
                  <a:schemeClr val="dk1"/>
                </a:solidFill>
                <a:effectLst/>
                <a:uFillTx/>
                <a:latin typeface="Montserrat"/>
              </a:rPr>
              <a:t>th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 Ed., Cengage Learning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F107 Foundations of Computer Science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Box 3"/>
          <p:cNvSpPr/>
          <p:nvPr/>
        </p:nvSpPr>
        <p:spPr>
          <a:xfrm>
            <a:off x="9906120" y="1447920"/>
            <a:ext cx="2056680" cy="8301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Slide text labeled “Extra” is not exam relevant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50h Directed studies (25h in class, 25h directed/async.)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Session count: 10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(Almost) Weekly sessions, starting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10/10/25,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last 12/12/25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Session length: 2.5h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10min recap/discussions, 90min theory, 50min practical exercises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Materials for course: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Pen, paper, calculator, laptop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75h Individual self-paced studies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Reading, videos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Exercises, practical experience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Form study groups of 2 – 4 students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CANVAS platform for discussions/questions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Organizational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8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Grade components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70% final exam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15% quizzes in weeks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15% attendance and active participation (esp. for online-only students)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Final exam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Specific date and time (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03/09/26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), simultaneous for all students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Local students take it on paper, remote students online with proctoring tool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Fixed duration (90min + overhead)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Slide set topics labeled “Extra” are not exam relevant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Allowed materials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Up to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three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 DIN A4 pages with two-sided, self-written, non-copied notes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Non-programmable, non-graphical calculator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Nothing else (especially no other programs, generative AI tools, messenger apps)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Final Grade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/>
          </p:nvPr>
        </p:nvSpPr>
        <p:spPr>
          <a:xfrm>
            <a:off x="228600" y="1135080"/>
            <a:ext cx="11734200" cy="518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Quizzes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Weeks – 4 Quizzes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Each quiz may grant up to 3.75% of final grade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Achieved points in each quiz are independent of one another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Each quiz has a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submission deadline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(Friday one week later)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Contact us in time in case you missed it, so we can re-enable the following quizzes for you! Otherwise, you may be locked out from automatic progression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Attendance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In-person attendance for all students in Germany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If sick/absent, fill out Absence Form and send to Registry along with proof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Online-only students must be active in each lecture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If you repeatedly are not reacting (not even “I don’t know”), you are marked as absent, although your name may show up in MS Teams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Attendance points are linearly awarded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228600" y="223920"/>
            <a:ext cx="10591200" cy="6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Montserrat"/>
              </a:rPr>
              <a:t>Final Grade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ustom 1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4142</TotalTime>
  <Application>LibreOffice/25.2.3.2$MacOSX_AARCH64 LibreOffice_project/bbb074479178df812d175f709636b368952c2ce3</Application>
  <AppVersion>15.0000</AppVersion>
  <Words>457</Words>
  <Paragraphs>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2021-05-04T11:33:38Z</dcterms:created>
  <dc:creator>christian</dc:creator>
  <dc:description/>
  <dc:language>en-US</dc:language>
  <cp:lastModifiedBy/>
  <dcterms:modified xsi:type="dcterms:W3CDTF">2026-07-08T15:22:52Z</dcterms:modified>
  <cp:revision>140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